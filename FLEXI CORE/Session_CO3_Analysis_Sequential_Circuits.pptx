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9" r:id="rId2"/>
    <p:sldId id="355" r:id="rId3"/>
    <p:sldId id="484" r:id="rId4"/>
    <p:sldId id="482" r:id="rId5"/>
    <p:sldId id="514" r:id="rId6"/>
    <p:sldId id="515" r:id="rId7"/>
    <p:sldId id="516" r:id="rId8"/>
    <p:sldId id="517" r:id="rId9"/>
    <p:sldId id="518" r:id="rId10"/>
    <p:sldId id="520" r:id="rId11"/>
    <p:sldId id="521" r:id="rId12"/>
    <p:sldId id="522" r:id="rId13"/>
    <p:sldId id="523" r:id="rId14"/>
    <p:sldId id="524" r:id="rId15"/>
    <p:sldId id="552" r:id="rId16"/>
    <p:sldId id="553" r:id="rId17"/>
    <p:sldId id="525" r:id="rId18"/>
    <p:sldId id="526" r:id="rId19"/>
    <p:sldId id="527" r:id="rId20"/>
    <p:sldId id="528" r:id="rId21"/>
    <p:sldId id="529" r:id="rId22"/>
    <p:sldId id="530" r:id="rId23"/>
    <p:sldId id="531" r:id="rId24"/>
    <p:sldId id="532" r:id="rId25"/>
    <p:sldId id="533" r:id="rId26"/>
    <p:sldId id="534" r:id="rId27"/>
    <p:sldId id="535" r:id="rId28"/>
    <p:sldId id="536" r:id="rId29"/>
    <p:sldId id="537" r:id="rId30"/>
    <p:sldId id="538" r:id="rId31"/>
    <p:sldId id="539" r:id="rId32"/>
    <p:sldId id="540" r:id="rId33"/>
    <p:sldId id="541" r:id="rId34"/>
    <p:sldId id="542" r:id="rId35"/>
    <p:sldId id="543" r:id="rId36"/>
    <p:sldId id="544" r:id="rId37"/>
    <p:sldId id="545" r:id="rId38"/>
    <p:sldId id="546" r:id="rId39"/>
    <p:sldId id="547" r:id="rId40"/>
    <p:sldId id="548" r:id="rId41"/>
    <p:sldId id="549" r:id="rId42"/>
    <p:sldId id="550" r:id="rId43"/>
    <p:sldId id="551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14E05"/>
    <a:srgbClr val="FF9999"/>
    <a:srgbClr val="8F9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F0577-099B-61B8-CC1A-1319309AD86A}" v="16" dt="2025-02-25T05:55:34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84085" autoAdjust="0"/>
  </p:normalViewPr>
  <p:slideViewPr>
    <p:cSldViewPr>
      <p:cViewPr varScale="1">
        <p:scale>
          <a:sx n="69" d="100"/>
          <a:sy n="69" d="100"/>
        </p:scale>
        <p:origin x="212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tham Makkena" userId="ee2210368fc1934b" providerId="LiveId" clId="{3834B99D-CB61-4358-B4D0-BB2DDD8C6302}"/>
    <pc:docChg chg="undo custSel addSld delSld modSld">
      <pc:chgData name="Goutham Makkena" userId="ee2210368fc1934b" providerId="LiveId" clId="{3834B99D-CB61-4358-B4D0-BB2DDD8C6302}" dt="2018-10-31T01:13:41.032" v="6700" actId="20577"/>
      <pc:docMkLst>
        <pc:docMk/>
      </pc:docMkLst>
      <pc:sldChg chg="addSp delSp modSp delAnim modAnim">
        <pc:chgData name="Goutham Makkena" userId="ee2210368fc1934b" providerId="LiveId" clId="{3834B99D-CB61-4358-B4D0-BB2DDD8C6302}" dt="2018-10-28T12:07:58.689" v="1524" actId="478"/>
        <pc:sldMkLst>
          <pc:docMk/>
          <pc:sldMk cId="1367385341" sldId="259"/>
        </pc:sldMkLst>
        <pc:spChg chg="del mod">
          <ac:chgData name="Goutham Makkena" userId="ee2210368fc1934b" providerId="LiveId" clId="{3834B99D-CB61-4358-B4D0-BB2DDD8C6302}" dt="2018-10-28T12:07:19.568" v="1521" actId="478"/>
          <ac:spMkLst>
            <pc:docMk/>
            <pc:sldMk cId="1367385341" sldId="259"/>
            <ac:spMk id="3" creationId="{A4980C12-E0BB-479E-9C64-278C97FB2FFE}"/>
          </ac:spMkLst>
        </pc:spChg>
        <pc:picChg chg="add del mod">
          <ac:chgData name="Goutham Makkena" userId="ee2210368fc1934b" providerId="LiveId" clId="{3834B99D-CB61-4358-B4D0-BB2DDD8C6302}" dt="2018-10-28T12:06:34.820" v="1519" actId="27803"/>
          <ac:picMkLst>
            <pc:docMk/>
            <pc:sldMk cId="1367385341" sldId="259"/>
            <ac:picMk id="2" creationId="{A4980C12-E0BB-479E-9C64-278C97FB2FFE}"/>
          </ac:picMkLst>
        </pc:picChg>
        <pc:picChg chg="add del">
          <ac:chgData name="Goutham Makkena" userId="ee2210368fc1934b" providerId="LiveId" clId="{3834B99D-CB61-4358-B4D0-BB2DDD8C6302}" dt="2018-10-28T12:07:58.689" v="1524" actId="478"/>
          <ac:picMkLst>
            <pc:docMk/>
            <pc:sldMk cId="1367385341" sldId="259"/>
            <ac:picMk id="4" creationId="{9AEC31E2-B426-4EF3-A449-D60B8537CDEB}"/>
          </ac:picMkLst>
        </pc:picChg>
      </pc:sldChg>
      <pc:sldChg chg="addSp delSp modSp delAnim modAnim">
        <pc:chgData name="Goutham Makkena" userId="ee2210368fc1934b" providerId="LiveId" clId="{3834B99D-CB61-4358-B4D0-BB2DDD8C6302}" dt="2018-10-25T13:05:01.265" v="338" actId="1076"/>
        <pc:sldMkLst>
          <pc:docMk/>
          <pc:sldMk cId="253158509" sldId="482"/>
        </pc:sldMkLst>
        <pc:spChg chg="add mod">
          <ac:chgData name="Goutham Makkena" userId="ee2210368fc1934b" providerId="LiveId" clId="{3834B99D-CB61-4358-B4D0-BB2DDD8C6302}" dt="2018-10-25T12:58:40.522" v="269" actId="20577"/>
          <ac:spMkLst>
            <pc:docMk/>
            <pc:sldMk cId="253158509" sldId="482"/>
            <ac:spMk id="2" creationId="{FA70D04A-92A8-4439-8147-283542B6CD58}"/>
          </ac:spMkLst>
        </pc:spChg>
        <pc:spChg chg="del">
          <ac:chgData name="Goutham Makkena" userId="ee2210368fc1934b" providerId="LiveId" clId="{3834B99D-CB61-4358-B4D0-BB2DDD8C6302}" dt="2018-10-25T12:52:28.117" v="25" actId="478"/>
          <ac:spMkLst>
            <pc:docMk/>
            <pc:sldMk cId="253158509" sldId="482"/>
            <ac:spMk id="3" creationId="{53DD915F-8ECB-4CA3-AD35-FD600C30476A}"/>
          </ac:spMkLst>
        </pc:spChg>
        <pc:spChg chg="del">
          <ac:chgData name="Goutham Makkena" userId="ee2210368fc1934b" providerId="LiveId" clId="{3834B99D-CB61-4358-B4D0-BB2DDD8C6302}" dt="2018-10-25T12:52:25.163" v="23" actId="478"/>
          <ac:spMkLst>
            <pc:docMk/>
            <pc:sldMk cId="253158509" sldId="482"/>
            <ac:spMk id="8" creationId="{F0714341-12F3-4F8C-9DD2-64F6006E8121}"/>
          </ac:spMkLst>
        </pc:spChg>
        <pc:spChg chg="del">
          <ac:chgData name="Goutham Makkena" userId="ee2210368fc1934b" providerId="LiveId" clId="{3834B99D-CB61-4358-B4D0-BB2DDD8C6302}" dt="2018-10-25T12:52:26.757" v="24" actId="478"/>
          <ac:spMkLst>
            <pc:docMk/>
            <pc:sldMk cId="253158509" sldId="482"/>
            <ac:spMk id="9" creationId="{9C73CDE8-02DD-42BD-8B2E-C68C563D20CA}"/>
          </ac:spMkLst>
        </pc:spChg>
        <pc:spChg chg="mod">
          <ac:chgData name="Goutham Makkena" userId="ee2210368fc1934b" providerId="LiveId" clId="{3834B99D-CB61-4358-B4D0-BB2DDD8C6302}" dt="2018-10-25T12:52:18.132" v="20" actId="20577"/>
          <ac:spMkLst>
            <pc:docMk/>
            <pc:sldMk cId="253158509" sldId="482"/>
            <ac:spMk id="12" creationId="{00000000-0000-0000-0000-000000000000}"/>
          </ac:spMkLst>
        </pc:spChg>
        <pc:spChg chg="del">
          <ac:chgData name="Goutham Makkena" userId="ee2210368fc1934b" providerId="LiveId" clId="{3834B99D-CB61-4358-B4D0-BB2DDD8C6302}" dt="2018-10-25T12:52:23.523" v="22" actId="478"/>
          <ac:spMkLst>
            <pc:docMk/>
            <pc:sldMk cId="253158509" sldId="482"/>
            <ac:spMk id="13" creationId="{00000000-0000-0000-0000-000000000000}"/>
          </ac:spMkLst>
        </pc:spChg>
        <pc:spChg chg="add mod">
          <ac:chgData name="Goutham Makkena" userId="ee2210368fc1934b" providerId="LiveId" clId="{3834B99D-CB61-4358-B4D0-BB2DDD8C6302}" dt="2018-10-25T12:55:49.391" v="148" actId="20577"/>
          <ac:spMkLst>
            <pc:docMk/>
            <pc:sldMk cId="253158509" sldId="482"/>
            <ac:spMk id="14" creationId="{AFABE384-7A06-49F5-8A58-1A327F1843AA}"/>
          </ac:spMkLst>
        </pc:spChg>
        <pc:spChg chg="add mod">
          <ac:chgData name="Goutham Makkena" userId="ee2210368fc1934b" providerId="LiveId" clId="{3834B99D-CB61-4358-B4D0-BB2DDD8C6302}" dt="2018-10-25T13:04:08.272" v="314" actId="1076"/>
          <ac:spMkLst>
            <pc:docMk/>
            <pc:sldMk cId="253158509" sldId="482"/>
            <ac:spMk id="15" creationId="{7E7D3490-7348-4A01-923C-BC7B19708145}"/>
          </ac:spMkLst>
        </pc:spChg>
        <pc:spChg chg="add mod">
          <ac:chgData name="Goutham Makkena" userId="ee2210368fc1934b" providerId="LiveId" clId="{3834B99D-CB61-4358-B4D0-BB2DDD8C6302}" dt="2018-10-25T13:04:12.351" v="315" actId="1076"/>
          <ac:spMkLst>
            <pc:docMk/>
            <pc:sldMk cId="253158509" sldId="482"/>
            <ac:spMk id="16" creationId="{162C0637-2DED-4DA4-96E6-3513217245B4}"/>
          </ac:spMkLst>
        </pc:spChg>
        <pc:spChg chg="add mod">
          <ac:chgData name="Goutham Makkena" userId="ee2210368fc1934b" providerId="LiveId" clId="{3834B99D-CB61-4358-B4D0-BB2DDD8C6302}" dt="2018-10-25T13:05:01.265" v="338" actId="1076"/>
          <ac:spMkLst>
            <pc:docMk/>
            <pc:sldMk cId="253158509" sldId="482"/>
            <ac:spMk id="17" creationId="{8E163DAB-DC5E-4CAC-BCC1-2A51B8E3DAA8}"/>
          </ac:spMkLst>
        </pc:spChg>
        <pc:picChg chg="del">
          <ac:chgData name="Goutham Makkena" userId="ee2210368fc1934b" providerId="LiveId" clId="{3834B99D-CB61-4358-B4D0-BB2DDD8C6302}" dt="2018-10-25T12:52:21.163" v="21" actId="478"/>
          <ac:picMkLst>
            <pc:docMk/>
            <pc:sldMk cId="253158509" sldId="482"/>
            <ac:picMk id="4" creationId="{C14386DC-1699-411C-B0F5-B7AA14618D57}"/>
          </ac:picMkLst>
        </pc:picChg>
        <pc:picChg chg="add mod">
          <ac:chgData name="Goutham Makkena" userId="ee2210368fc1934b" providerId="LiveId" clId="{3834B99D-CB61-4358-B4D0-BB2DDD8C6302}" dt="2018-10-25T12:52:39.227" v="28" actId="1076"/>
          <ac:picMkLst>
            <pc:docMk/>
            <pc:sldMk cId="253158509" sldId="482"/>
            <ac:picMk id="11" creationId="{FD0058A0-182D-4161-BCA1-4569329C1B49}"/>
          </ac:picMkLst>
        </pc:picChg>
      </pc:sldChg>
      <pc:sldChg chg="addSp delSp modSp">
        <pc:chgData name="Goutham Makkena" userId="ee2210368fc1934b" providerId="LiveId" clId="{3834B99D-CB61-4358-B4D0-BB2DDD8C6302}" dt="2018-10-25T12:50:16.221" v="3" actId="14100"/>
        <pc:sldMkLst>
          <pc:docMk/>
          <pc:sldMk cId="808812107" sldId="484"/>
        </pc:sldMkLst>
        <pc:picChg chg="add mod">
          <ac:chgData name="Goutham Makkena" userId="ee2210368fc1934b" providerId="LiveId" clId="{3834B99D-CB61-4358-B4D0-BB2DDD8C6302}" dt="2018-10-25T12:50:16.221" v="3" actId="14100"/>
          <ac:picMkLst>
            <pc:docMk/>
            <pc:sldMk cId="808812107" sldId="484"/>
            <ac:picMk id="3" creationId="{11B59110-C33A-4720-9434-1200FD672F76}"/>
          </ac:picMkLst>
        </pc:picChg>
        <pc:picChg chg="del">
          <ac:chgData name="Goutham Makkena" userId="ee2210368fc1934b" providerId="LiveId" clId="{3834B99D-CB61-4358-B4D0-BB2DDD8C6302}" dt="2018-10-25T12:27:09.614" v="0" actId="478"/>
          <ac:picMkLst>
            <pc:docMk/>
            <pc:sldMk cId="808812107" sldId="484"/>
            <ac:picMk id="7" creationId="{686B2C7A-6737-4B1D-B35F-C7899173621A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5T23:37:20.379" v="951" actId="1076"/>
        <pc:sldMkLst>
          <pc:docMk/>
          <pc:sldMk cId="229735761" sldId="514"/>
        </pc:sldMkLst>
        <pc:spChg chg="del">
          <ac:chgData name="Goutham Makkena" userId="ee2210368fc1934b" providerId="LiveId" clId="{3834B99D-CB61-4358-B4D0-BB2DDD8C6302}" dt="2018-10-25T13:40:34.671" v="442" actId="478"/>
          <ac:spMkLst>
            <pc:docMk/>
            <pc:sldMk cId="229735761" sldId="514"/>
            <ac:spMk id="2" creationId="{FA70D04A-92A8-4439-8147-283542B6CD58}"/>
          </ac:spMkLst>
        </pc:spChg>
        <pc:spChg chg="mod">
          <ac:chgData name="Goutham Makkena" userId="ee2210368fc1934b" providerId="LiveId" clId="{3834B99D-CB61-4358-B4D0-BB2DDD8C6302}" dt="2018-10-25T13:34:50.566" v="346" actId="20577"/>
          <ac:spMkLst>
            <pc:docMk/>
            <pc:sldMk cId="229735761" sldId="514"/>
            <ac:spMk id="12" creationId="{00000000-0000-0000-0000-000000000000}"/>
          </ac:spMkLst>
        </pc:spChg>
        <pc:spChg chg="mod">
          <ac:chgData name="Goutham Makkena" userId="ee2210368fc1934b" providerId="LiveId" clId="{3834B99D-CB61-4358-B4D0-BB2DDD8C6302}" dt="2018-10-25T23:37:14.387" v="950" actId="20577"/>
          <ac:spMkLst>
            <pc:docMk/>
            <pc:sldMk cId="229735761" sldId="514"/>
            <ac:spMk id="14" creationId="{AFABE384-7A06-49F5-8A58-1A327F1843AA}"/>
          </ac:spMkLst>
        </pc:spChg>
        <pc:spChg chg="del">
          <ac:chgData name="Goutham Makkena" userId="ee2210368fc1934b" providerId="LiveId" clId="{3834B99D-CB61-4358-B4D0-BB2DDD8C6302}" dt="2018-10-25T13:40:37.765" v="443" actId="478"/>
          <ac:spMkLst>
            <pc:docMk/>
            <pc:sldMk cId="229735761" sldId="514"/>
            <ac:spMk id="15" creationId="{7E7D3490-7348-4A01-923C-BC7B19708145}"/>
          </ac:spMkLst>
        </pc:spChg>
        <pc:spChg chg="del">
          <ac:chgData name="Goutham Makkena" userId="ee2210368fc1934b" providerId="LiveId" clId="{3834B99D-CB61-4358-B4D0-BB2DDD8C6302}" dt="2018-10-25T13:40:44.922" v="445" actId="478"/>
          <ac:spMkLst>
            <pc:docMk/>
            <pc:sldMk cId="229735761" sldId="514"/>
            <ac:spMk id="16" creationId="{162C0637-2DED-4DA4-96E6-3513217245B4}"/>
          </ac:spMkLst>
        </pc:spChg>
        <pc:spChg chg="del">
          <ac:chgData name="Goutham Makkena" userId="ee2210368fc1934b" providerId="LiveId" clId="{3834B99D-CB61-4358-B4D0-BB2DDD8C6302}" dt="2018-10-25T13:40:48.969" v="447" actId="478"/>
          <ac:spMkLst>
            <pc:docMk/>
            <pc:sldMk cId="229735761" sldId="514"/>
            <ac:spMk id="17" creationId="{8E163DAB-DC5E-4CAC-BCC1-2A51B8E3DAA8}"/>
          </ac:spMkLst>
        </pc:spChg>
        <pc:picChg chg="add del mod">
          <ac:chgData name="Goutham Makkena" userId="ee2210368fc1934b" providerId="LiveId" clId="{3834B99D-CB61-4358-B4D0-BB2DDD8C6302}" dt="2018-10-25T15:17:22.402" v="468"/>
          <ac:picMkLst>
            <pc:docMk/>
            <pc:sldMk cId="229735761" sldId="514"/>
            <ac:picMk id="2" creationId="{5D20BACA-BD15-4E57-B27E-0749ADA1EFFA}"/>
          </ac:picMkLst>
        </pc:picChg>
        <pc:picChg chg="add mod">
          <ac:chgData name="Goutham Makkena" userId="ee2210368fc1934b" providerId="LiveId" clId="{3834B99D-CB61-4358-B4D0-BB2DDD8C6302}" dt="2018-10-25T23:37:20.379" v="951" actId="1076"/>
          <ac:picMkLst>
            <pc:docMk/>
            <pc:sldMk cId="229735761" sldId="514"/>
            <ac:picMk id="3" creationId="{769E4E2C-B8AC-4FC7-8962-93F1063DE697}"/>
          </ac:picMkLst>
        </pc:picChg>
        <pc:picChg chg="add del">
          <ac:chgData name="Goutham Makkena" userId="ee2210368fc1934b" providerId="LiveId" clId="{3834B99D-CB61-4358-B4D0-BB2DDD8C6302}" dt="2018-10-25T13:40:07.719" v="439" actId="478"/>
          <ac:picMkLst>
            <pc:docMk/>
            <pc:sldMk cId="229735761" sldId="514"/>
            <ac:picMk id="3" creationId="{84D5DB43-895D-45CC-A894-7DD25703C438}"/>
          </ac:picMkLst>
        </pc:picChg>
        <pc:picChg chg="add del mod">
          <ac:chgData name="Goutham Makkena" userId="ee2210368fc1934b" providerId="LiveId" clId="{3834B99D-CB61-4358-B4D0-BB2DDD8C6302}" dt="2018-10-25T15:17:08.667" v="462" actId="478"/>
          <ac:picMkLst>
            <pc:docMk/>
            <pc:sldMk cId="229735761" sldId="514"/>
            <ac:picMk id="4" creationId="{37524585-A841-4EB7-BB69-1B6A7977254A}"/>
          </ac:picMkLst>
        </pc:picChg>
        <pc:picChg chg="del">
          <ac:chgData name="Goutham Makkena" userId="ee2210368fc1934b" providerId="LiveId" clId="{3834B99D-CB61-4358-B4D0-BB2DDD8C6302}" dt="2018-10-25T13:34:53.097" v="347" actId="478"/>
          <ac:picMkLst>
            <pc:docMk/>
            <pc:sldMk cId="229735761" sldId="514"/>
            <ac:picMk id="11" creationId="{FD0058A0-182D-4161-BCA1-4569329C1B49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5T16:02:13.459" v="881"/>
        <pc:sldMkLst>
          <pc:docMk/>
          <pc:sldMk cId="2787927672" sldId="515"/>
        </pc:sldMkLst>
        <pc:spChg chg="add mod">
          <ac:chgData name="Goutham Makkena" userId="ee2210368fc1934b" providerId="LiveId" clId="{3834B99D-CB61-4358-B4D0-BB2DDD8C6302}" dt="2018-10-25T15:22:52.144" v="778" actId="20577"/>
          <ac:spMkLst>
            <pc:docMk/>
            <pc:sldMk cId="2787927672" sldId="515"/>
            <ac:spMk id="2" creationId="{96ECE7E1-8FCC-431F-A397-4ACE106D065C}"/>
          </ac:spMkLst>
        </pc:spChg>
        <pc:spChg chg="add mod">
          <ac:chgData name="Goutham Makkena" userId="ee2210368fc1934b" providerId="LiveId" clId="{3834B99D-CB61-4358-B4D0-BB2DDD8C6302}" dt="2018-10-25T15:23:22.537" v="781" actId="14100"/>
          <ac:spMkLst>
            <pc:docMk/>
            <pc:sldMk cId="2787927672" sldId="515"/>
            <ac:spMk id="3" creationId="{9B9020DC-3E09-4AF7-83DA-85B99CC02388}"/>
          </ac:spMkLst>
        </pc:spChg>
        <pc:spChg chg="add mod">
          <ac:chgData name="Goutham Makkena" userId="ee2210368fc1934b" providerId="LiveId" clId="{3834B99D-CB61-4358-B4D0-BB2DDD8C6302}" dt="2018-10-25T15:24:39.122" v="814" actId="20577"/>
          <ac:spMkLst>
            <pc:docMk/>
            <pc:sldMk cId="2787927672" sldId="515"/>
            <ac:spMk id="6" creationId="{3208764A-79F4-4E17-9CAA-1FBF2BD96D84}"/>
          </ac:spMkLst>
        </pc:spChg>
        <pc:spChg chg="add mod">
          <ac:chgData name="Goutham Makkena" userId="ee2210368fc1934b" providerId="LiveId" clId="{3834B99D-CB61-4358-B4D0-BB2DDD8C6302}" dt="2018-10-25T15:22:10.372" v="773" actId="20577"/>
          <ac:spMkLst>
            <pc:docMk/>
            <pc:sldMk cId="2787927672" sldId="515"/>
            <ac:spMk id="7" creationId="{6360F99B-E3FF-40B1-B7DA-0FA97040CB4E}"/>
          </ac:spMkLst>
        </pc:spChg>
        <pc:spChg chg="mod">
          <ac:chgData name="Goutham Makkena" userId="ee2210368fc1934b" providerId="LiveId" clId="{3834B99D-CB61-4358-B4D0-BB2DDD8C6302}" dt="2018-10-25T13:46:31.157" v="461" actId="20577"/>
          <ac:spMkLst>
            <pc:docMk/>
            <pc:sldMk cId="2787927672" sldId="515"/>
            <ac:spMk id="12" creationId="{00000000-0000-0000-0000-000000000000}"/>
          </ac:spMkLst>
        </pc:spChg>
        <pc:spChg chg="mod">
          <ac:chgData name="Goutham Makkena" userId="ee2210368fc1934b" providerId="LiveId" clId="{3834B99D-CB61-4358-B4D0-BB2DDD8C6302}" dt="2018-10-25T15:20:32.311" v="616" actId="20577"/>
          <ac:spMkLst>
            <pc:docMk/>
            <pc:sldMk cId="2787927672" sldId="515"/>
            <ac:spMk id="14" creationId="{AFABE384-7A06-49F5-8A58-1A327F1843AA}"/>
          </ac:spMkLst>
        </pc:spChg>
        <pc:picChg chg="del">
          <ac:chgData name="Goutham Makkena" userId="ee2210368fc1934b" providerId="LiveId" clId="{3834B99D-CB61-4358-B4D0-BB2DDD8C6302}" dt="2018-10-25T15:20:53.036" v="617" actId="478"/>
          <ac:picMkLst>
            <pc:docMk/>
            <pc:sldMk cId="2787927672" sldId="515"/>
            <ac:picMk id="4" creationId="{37524585-A841-4EB7-BB69-1B6A7977254A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5T15:47:38.095" v="879"/>
        <pc:sldMkLst>
          <pc:docMk/>
          <pc:sldMk cId="933787189" sldId="516"/>
        </pc:sldMkLst>
        <pc:spChg chg="del">
          <ac:chgData name="Goutham Makkena" userId="ee2210368fc1934b" providerId="LiveId" clId="{3834B99D-CB61-4358-B4D0-BB2DDD8C6302}" dt="2018-10-25T15:40:38.891" v="821" actId="478"/>
          <ac:spMkLst>
            <pc:docMk/>
            <pc:sldMk cId="933787189" sldId="516"/>
            <ac:spMk id="2" creationId="{96ECE7E1-8FCC-431F-A397-4ACE106D065C}"/>
          </ac:spMkLst>
        </pc:spChg>
        <pc:spChg chg="del">
          <ac:chgData name="Goutham Makkena" userId="ee2210368fc1934b" providerId="LiveId" clId="{3834B99D-CB61-4358-B4D0-BB2DDD8C6302}" dt="2018-10-25T15:40:40.032" v="822" actId="478"/>
          <ac:spMkLst>
            <pc:docMk/>
            <pc:sldMk cId="933787189" sldId="516"/>
            <ac:spMk id="3" creationId="{9B9020DC-3E09-4AF7-83DA-85B99CC02388}"/>
          </ac:spMkLst>
        </pc:spChg>
        <pc:spChg chg="del">
          <ac:chgData name="Goutham Makkena" userId="ee2210368fc1934b" providerId="LiveId" clId="{3834B99D-CB61-4358-B4D0-BB2DDD8C6302}" dt="2018-10-25T15:40:36.657" v="819" actId="478"/>
          <ac:spMkLst>
            <pc:docMk/>
            <pc:sldMk cId="933787189" sldId="516"/>
            <ac:spMk id="6" creationId="{3208764A-79F4-4E17-9CAA-1FBF2BD96D84}"/>
          </ac:spMkLst>
        </pc:spChg>
        <pc:spChg chg="del">
          <ac:chgData name="Goutham Makkena" userId="ee2210368fc1934b" providerId="LiveId" clId="{3834B99D-CB61-4358-B4D0-BB2DDD8C6302}" dt="2018-10-25T15:40:37.672" v="820" actId="478"/>
          <ac:spMkLst>
            <pc:docMk/>
            <pc:sldMk cId="933787189" sldId="516"/>
            <ac:spMk id="7" creationId="{6360F99B-E3FF-40B1-B7DA-0FA97040CB4E}"/>
          </ac:spMkLst>
        </pc:spChg>
        <pc:spChg chg="del">
          <ac:chgData name="Goutham Makkena" userId="ee2210368fc1934b" providerId="LiveId" clId="{3834B99D-CB61-4358-B4D0-BB2DDD8C6302}" dt="2018-10-25T15:40:35.359" v="818" actId="478"/>
          <ac:spMkLst>
            <pc:docMk/>
            <pc:sldMk cId="933787189" sldId="516"/>
            <ac:spMk id="14" creationId="{AFABE384-7A06-49F5-8A58-1A327F1843AA}"/>
          </ac:spMkLst>
        </pc:spChg>
        <pc:picChg chg="add del mod">
          <ac:chgData name="Goutham Makkena" userId="ee2210368fc1934b" providerId="LiveId" clId="{3834B99D-CB61-4358-B4D0-BB2DDD8C6302}" dt="2018-10-25T15:41:05.721" v="829"/>
          <ac:picMkLst>
            <pc:docMk/>
            <pc:sldMk cId="933787189" sldId="516"/>
            <ac:picMk id="4" creationId="{3B97533D-A986-4823-ACF2-5943CF60EB34}"/>
          </ac:picMkLst>
        </pc:picChg>
        <pc:picChg chg="add mod">
          <ac:chgData name="Goutham Makkena" userId="ee2210368fc1934b" providerId="LiveId" clId="{3834B99D-CB61-4358-B4D0-BB2DDD8C6302}" dt="2018-10-25T15:45:21.004" v="864" actId="1076"/>
          <ac:picMkLst>
            <pc:docMk/>
            <pc:sldMk cId="933787189" sldId="516"/>
            <ac:picMk id="5" creationId="{A3B67588-C3A1-4FF3-9C12-6FAA05E017A8}"/>
          </ac:picMkLst>
        </pc:picChg>
        <pc:picChg chg="add mod">
          <ac:chgData name="Goutham Makkena" userId="ee2210368fc1934b" providerId="LiveId" clId="{3834B99D-CB61-4358-B4D0-BB2DDD8C6302}" dt="2018-10-25T15:45:21.004" v="864" actId="1076"/>
          <ac:picMkLst>
            <pc:docMk/>
            <pc:sldMk cId="933787189" sldId="516"/>
            <ac:picMk id="8" creationId="{5F6C65D6-4F33-413C-9136-D4423FFC33DC}"/>
          </ac:picMkLst>
        </pc:picChg>
        <pc:picChg chg="add mod">
          <ac:chgData name="Goutham Makkena" userId="ee2210368fc1934b" providerId="LiveId" clId="{3834B99D-CB61-4358-B4D0-BB2DDD8C6302}" dt="2018-10-25T15:40:50.658" v="825" actId="1076"/>
          <ac:picMkLst>
            <pc:docMk/>
            <pc:sldMk cId="933787189" sldId="516"/>
            <ac:picMk id="9" creationId="{25A1179E-1FCB-4AD4-A58D-130CFEDBB03D}"/>
          </ac:picMkLst>
        </pc:picChg>
        <pc:picChg chg="add del">
          <ac:chgData name="Goutham Makkena" userId="ee2210368fc1934b" providerId="LiveId" clId="{3834B99D-CB61-4358-B4D0-BB2DDD8C6302}" dt="2018-10-25T15:42:29.354" v="837"/>
          <ac:picMkLst>
            <pc:docMk/>
            <pc:sldMk cId="933787189" sldId="516"/>
            <ac:picMk id="11" creationId="{46D3BA5C-EE6B-4FE4-AF0F-32FA3B1514D7}"/>
          </ac:picMkLst>
        </pc:picChg>
        <pc:picChg chg="add mod">
          <ac:chgData name="Goutham Makkena" userId="ee2210368fc1934b" providerId="LiveId" clId="{3834B99D-CB61-4358-B4D0-BB2DDD8C6302}" dt="2018-10-25T15:45:21.004" v="864" actId="1076"/>
          <ac:picMkLst>
            <pc:docMk/>
            <pc:sldMk cId="933787189" sldId="516"/>
            <ac:picMk id="13" creationId="{FD732D63-6AD7-4314-85C9-99ED1D37C480}"/>
          </ac:picMkLst>
        </pc:picChg>
        <pc:picChg chg="add mod">
          <ac:chgData name="Goutham Makkena" userId="ee2210368fc1934b" providerId="LiveId" clId="{3834B99D-CB61-4358-B4D0-BB2DDD8C6302}" dt="2018-10-25T15:45:21.004" v="864" actId="1076"/>
          <ac:picMkLst>
            <pc:docMk/>
            <pc:sldMk cId="933787189" sldId="516"/>
            <ac:picMk id="15" creationId="{754CF1D3-4CF7-4912-B939-2E36BB0C07BF}"/>
          </ac:picMkLst>
        </pc:picChg>
        <pc:picChg chg="add del mod">
          <ac:chgData name="Goutham Makkena" userId="ee2210368fc1934b" providerId="LiveId" clId="{3834B99D-CB61-4358-B4D0-BB2DDD8C6302}" dt="2018-10-25T15:45:16.347" v="863"/>
          <ac:picMkLst>
            <pc:docMk/>
            <pc:sldMk cId="933787189" sldId="516"/>
            <ac:picMk id="16" creationId="{DD860D13-566A-4EBD-8B83-434BF83D580E}"/>
          </ac:picMkLst>
        </pc:picChg>
        <pc:picChg chg="add del mod">
          <ac:chgData name="Goutham Makkena" userId="ee2210368fc1934b" providerId="LiveId" clId="{3834B99D-CB61-4358-B4D0-BB2DDD8C6302}" dt="2018-10-25T15:45:10.237" v="858"/>
          <ac:picMkLst>
            <pc:docMk/>
            <pc:sldMk cId="933787189" sldId="516"/>
            <ac:picMk id="17" creationId="{178225F4-5856-4E1A-8877-A5568B3C1BC0}"/>
          </ac:picMkLst>
        </pc:picChg>
        <pc:picChg chg="add del mod">
          <ac:chgData name="Goutham Makkena" userId="ee2210368fc1934b" providerId="LiveId" clId="{3834B99D-CB61-4358-B4D0-BB2DDD8C6302}" dt="2018-10-25T15:45:05.892" v="856"/>
          <ac:picMkLst>
            <pc:docMk/>
            <pc:sldMk cId="933787189" sldId="516"/>
            <ac:picMk id="18" creationId="{2E5A8F9B-8343-4DF6-81B6-9010D569FFEF}"/>
          </ac:picMkLst>
        </pc:picChg>
        <pc:picChg chg="add mod">
          <ac:chgData name="Goutham Makkena" userId="ee2210368fc1934b" providerId="LiveId" clId="{3834B99D-CB61-4358-B4D0-BB2DDD8C6302}" dt="2018-10-25T15:46:09.540" v="866" actId="1076"/>
          <ac:picMkLst>
            <pc:docMk/>
            <pc:sldMk cId="933787189" sldId="516"/>
            <ac:picMk id="19" creationId="{5D8C44F8-ED08-438E-9C57-05EBE62AFEEC}"/>
          </ac:picMkLst>
        </pc:picChg>
        <pc:picChg chg="add mod">
          <ac:chgData name="Goutham Makkena" userId="ee2210368fc1934b" providerId="LiveId" clId="{3834B99D-CB61-4358-B4D0-BB2DDD8C6302}" dt="2018-10-25T15:46:28.417" v="868" actId="1076"/>
          <ac:picMkLst>
            <pc:docMk/>
            <pc:sldMk cId="933787189" sldId="516"/>
            <ac:picMk id="20" creationId="{E1C3E975-1397-4B67-8861-A2352C559FC0}"/>
          </ac:picMkLst>
        </pc:picChg>
        <pc:picChg chg="add mod">
          <ac:chgData name="Goutham Makkena" userId="ee2210368fc1934b" providerId="LiveId" clId="{3834B99D-CB61-4358-B4D0-BB2DDD8C6302}" dt="2018-10-25T15:46:47.388" v="870" actId="1076"/>
          <ac:picMkLst>
            <pc:docMk/>
            <pc:sldMk cId="933787189" sldId="516"/>
            <ac:picMk id="21" creationId="{B935A9DB-C54A-4B53-A8B9-A269CCCEA99D}"/>
          </ac:picMkLst>
        </pc:picChg>
        <pc:picChg chg="add mod">
          <ac:chgData name="Goutham Makkena" userId="ee2210368fc1934b" providerId="LiveId" clId="{3834B99D-CB61-4358-B4D0-BB2DDD8C6302}" dt="2018-10-25T15:47:16.624" v="875" actId="1076"/>
          <ac:picMkLst>
            <pc:docMk/>
            <pc:sldMk cId="933787189" sldId="516"/>
            <ac:picMk id="22" creationId="{26709F1F-E9B9-4753-9EF8-3EBD12BC46A6}"/>
          </ac:picMkLst>
        </pc:picChg>
        <pc:picChg chg="add mod">
          <ac:chgData name="Goutham Makkena" userId="ee2210368fc1934b" providerId="LiveId" clId="{3834B99D-CB61-4358-B4D0-BB2DDD8C6302}" dt="2018-10-25T15:47:35.892" v="878" actId="1076"/>
          <ac:picMkLst>
            <pc:docMk/>
            <pc:sldMk cId="933787189" sldId="516"/>
            <ac:picMk id="23" creationId="{20A6158F-2284-4524-BF43-831A65CAE993}"/>
          </ac:picMkLst>
        </pc:picChg>
      </pc:sldChg>
      <pc:sldChg chg="addSp delSp modSp add delAnim">
        <pc:chgData name="Goutham Makkena" userId="ee2210368fc1934b" providerId="LiveId" clId="{3834B99D-CB61-4358-B4D0-BB2DDD8C6302}" dt="2018-10-28T12:25:06.123" v="1634" actId="255"/>
        <pc:sldMkLst>
          <pc:docMk/>
          <pc:sldMk cId="3713767491" sldId="517"/>
        </pc:sldMkLst>
        <pc:spChg chg="mod">
          <ac:chgData name="Goutham Makkena" userId="ee2210368fc1934b" providerId="LiveId" clId="{3834B99D-CB61-4358-B4D0-BB2DDD8C6302}" dt="2018-10-25T23:41:22.470" v="1171" actId="20577"/>
          <ac:spMkLst>
            <pc:docMk/>
            <pc:sldMk cId="3713767491" sldId="517"/>
            <ac:spMk id="2" creationId="{FA70D04A-92A8-4439-8147-283542B6CD58}"/>
          </ac:spMkLst>
        </pc:spChg>
        <pc:spChg chg="mod">
          <ac:chgData name="Goutham Makkena" userId="ee2210368fc1934b" providerId="LiveId" clId="{3834B99D-CB61-4358-B4D0-BB2DDD8C6302}" dt="2018-10-28T12:25:06.123" v="1634" actId="255"/>
          <ac:spMkLst>
            <pc:docMk/>
            <pc:sldMk cId="3713767491" sldId="517"/>
            <ac:spMk id="12" creationId="{00000000-0000-0000-0000-000000000000}"/>
          </ac:spMkLst>
        </pc:spChg>
        <pc:spChg chg="mod">
          <ac:chgData name="Goutham Makkena" userId="ee2210368fc1934b" providerId="LiveId" clId="{3834B99D-CB61-4358-B4D0-BB2DDD8C6302}" dt="2018-10-25T23:40:53.748" v="1105" actId="20577"/>
          <ac:spMkLst>
            <pc:docMk/>
            <pc:sldMk cId="3713767491" sldId="517"/>
            <ac:spMk id="14" creationId="{AFABE384-7A06-49F5-8A58-1A327F1843AA}"/>
          </ac:spMkLst>
        </pc:spChg>
        <pc:spChg chg="mod">
          <ac:chgData name="Goutham Makkena" userId="ee2210368fc1934b" providerId="LiveId" clId="{3834B99D-CB61-4358-B4D0-BB2DDD8C6302}" dt="2018-10-25T23:53:36.354" v="1192" actId="20577"/>
          <ac:spMkLst>
            <pc:docMk/>
            <pc:sldMk cId="3713767491" sldId="517"/>
            <ac:spMk id="15" creationId="{7E7D3490-7348-4A01-923C-BC7B19708145}"/>
          </ac:spMkLst>
        </pc:spChg>
        <pc:spChg chg="del">
          <ac:chgData name="Goutham Makkena" userId="ee2210368fc1934b" providerId="LiveId" clId="{3834B99D-CB61-4358-B4D0-BB2DDD8C6302}" dt="2018-10-25T23:52:42.209" v="1185" actId="478"/>
          <ac:spMkLst>
            <pc:docMk/>
            <pc:sldMk cId="3713767491" sldId="517"/>
            <ac:spMk id="16" creationId="{162C0637-2DED-4DA4-96E6-3513217245B4}"/>
          </ac:spMkLst>
        </pc:spChg>
        <pc:spChg chg="del">
          <ac:chgData name="Goutham Makkena" userId="ee2210368fc1934b" providerId="LiveId" clId="{3834B99D-CB61-4358-B4D0-BB2DDD8C6302}" dt="2018-10-25T23:52:43.694" v="1186" actId="478"/>
          <ac:spMkLst>
            <pc:docMk/>
            <pc:sldMk cId="3713767491" sldId="517"/>
            <ac:spMk id="17" creationId="{8E163DAB-DC5E-4CAC-BCC1-2A51B8E3DAA8}"/>
          </ac:spMkLst>
        </pc:spChg>
        <pc:picChg chg="add del mod">
          <ac:chgData name="Goutham Makkena" userId="ee2210368fc1934b" providerId="LiveId" clId="{3834B99D-CB61-4358-B4D0-BB2DDD8C6302}" dt="2018-10-25T23:53:25.353" v="1188" actId="478"/>
          <ac:picMkLst>
            <pc:docMk/>
            <pc:sldMk cId="3713767491" sldId="517"/>
            <ac:picMk id="3" creationId="{E8A0DB6D-202F-495A-A695-E0E7FF6C237B}"/>
          </ac:picMkLst>
        </pc:picChg>
        <pc:picChg chg="add mod">
          <ac:chgData name="Goutham Makkena" userId="ee2210368fc1934b" providerId="LiveId" clId="{3834B99D-CB61-4358-B4D0-BB2DDD8C6302}" dt="2018-10-25T23:53:28.744" v="1190" actId="1076"/>
          <ac:picMkLst>
            <pc:docMk/>
            <pc:sldMk cId="3713767491" sldId="517"/>
            <ac:picMk id="4" creationId="{0C4ECCBC-F887-4472-9689-2728BE987ED2}"/>
          </ac:picMkLst>
        </pc:picChg>
        <pc:picChg chg="del">
          <ac:chgData name="Goutham Makkena" userId="ee2210368fc1934b" providerId="LiveId" clId="{3834B99D-CB61-4358-B4D0-BB2DDD8C6302}" dt="2018-10-25T23:39:53.043" v="1007" actId="478"/>
          <ac:picMkLst>
            <pc:docMk/>
            <pc:sldMk cId="3713767491" sldId="517"/>
            <ac:picMk id="11" creationId="{FD0058A0-182D-4161-BCA1-4569329C1B49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6T00:19:03.625" v="1308"/>
        <pc:sldMkLst>
          <pc:docMk/>
          <pc:sldMk cId="2973611309" sldId="518"/>
        </pc:sldMkLst>
        <pc:spChg chg="del">
          <ac:chgData name="Goutham Makkena" userId="ee2210368fc1934b" providerId="LiveId" clId="{3834B99D-CB61-4358-B4D0-BB2DDD8C6302}" dt="2018-10-26T00:03:33.348" v="1216" actId="478"/>
          <ac:spMkLst>
            <pc:docMk/>
            <pc:sldMk cId="2973611309" sldId="518"/>
            <ac:spMk id="2" creationId="{FA70D04A-92A8-4439-8147-283542B6CD58}"/>
          </ac:spMkLst>
        </pc:spChg>
        <pc:spChg chg="mod">
          <ac:chgData name="Goutham Makkena" userId="ee2210368fc1934b" providerId="LiveId" clId="{3834B99D-CB61-4358-B4D0-BB2DDD8C6302}" dt="2018-10-26T00:03:25.769" v="1213" actId="20577"/>
          <ac:spMkLst>
            <pc:docMk/>
            <pc:sldMk cId="2973611309" sldId="518"/>
            <ac:spMk id="12" creationId="{00000000-0000-0000-0000-000000000000}"/>
          </ac:spMkLst>
        </pc:spChg>
        <pc:spChg chg="del">
          <ac:chgData name="Goutham Makkena" userId="ee2210368fc1934b" providerId="LiveId" clId="{3834B99D-CB61-4358-B4D0-BB2DDD8C6302}" dt="2018-10-26T00:03:31.629" v="1215" actId="478"/>
          <ac:spMkLst>
            <pc:docMk/>
            <pc:sldMk cId="2973611309" sldId="518"/>
            <ac:spMk id="14" creationId="{AFABE384-7A06-49F5-8A58-1A327F1843AA}"/>
          </ac:spMkLst>
        </pc:spChg>
        <pc:spChg chg="mod">
          <ac:chgData name="Goutham Makkena" userId="ee2210368fc1934b" providerId="LiveId" clId="{3834B99D-CB61-4358-B4D0-BB2DDD8C6302}" dt="2018-10-26T00:03:36.614" v="1217" actId="1076"/>
          <ac:spMkLst>
            <pc:docMk/>
            <pc:sldMk cId="2973611309" sldId="518"/>
            <ac:spMk id="15" creationId="{7E7D3490-7348-4A01-923C-BC7B19708145}"/>
          </ac:spMkLst>
        </pc:spChg>
        <pc:picChg chg="add mod">
          <ac:chgData name="Goutham Makkena" userId="ee2210368fc1934b" providerId="LiveId" clId="{3834B99D-CB61-4358-B4D0-BB2DDD8C6302}" dt="2018-10-26T00:03:56.100" v="1219" actId="1076"/>
          <ac:picMkLst>
            <pc:docMk/>
            <pc:sldMk cId="2973611309" sldId="518"/>
            <ac:picMk id="3" creationId="{A68BFC5D-5397-4AF5-AFB6-88893F049B9B}"/>
          </ac:picMkLst>
        </pc:picChg>
        <pc:picChg chg="del">
          <ac:chgData name="Goutham Makkena" userId="ee2210368fc1934b" providerId="LiveId" clId="{3834B99D-CB61-4358-B4D0-BB2DDD8C6302}" dt="2018-10-26T00:03:29.973" v="1214" actId="478"/>
          <ac:picMkLst>
            <pc:docMk/>
            <pc:sldMk cId="2973611309" sldId="518"/>
            <ac:picMk id="4" creationId="{0C4ECCBC-F887-4472-9689-2728BE987ED2}"/>
          </ac:picMkLst>
        </pc:picChg>
        <pc:picChg chg="add mod">
          <ac:chgData name="Goutham Makkena" userId="ee2210368fc1934b" providerId="LiveId" clId="{3834B99D-CB61-4358-B4D0-BB2DDD8C6302}" dt="2018-10-26T00:05:00.670" v="1227" actId="1076"/>
          <ac:picMkLst>
            <pc:docMk/>
            <pc:sldMk cId="2973611309" sldId="518"/>
            <ac:picMk id="5" creationId="{27A491E8-AC28-4F0B-B441-9DF56B130C05}"/>
          </ac:picMkLst>
        </pc:picChg>
        <pc:picChg chg="add mod">
          <ac:chgData name="Goutham Makkena" userId="ee2210368fc1934b" providerId="LiveId" clId="{3834B99D-CB61-4358-B4D0-BB2DDD8C6302}" dt="2018-10-26T00:12:56.375" v="1293" actId="1076"/>
          <ac:picMkLst>
            <pc:docMk/>
            <pc:sldMk cId="2973611309" sldId="518"/>
            <ac:picMk id="6" creationId="{2F1F77D5-A5C1-472E-9CFC-2DBE8236766F}"/>
          </ac:picMkLst>
        </pc:picChg>
        <pc:picChg chg="add mod">
          <ac:chgData name="Goutham Makkena" userId="ee2210368fc1934b" providerId="LiveId" clId="{3834B99D-CB61-4358-B4D0-BB2DDD8C6302}" dt="2018-10-26T00:05:46.018" v="1234" actId="1076"/>
          <ac:picMkLst>
            <pc:docMk/>
            <pc:sldMk cId="2973611309" sldId="518"/>
            <ac:picMk id="7" creationId="{E23CB89F-1228-4397-A058-2451A4BB2829}"/>
          </ac:picMkLst>
        </pc:picChg>
        <pc:picChg chg="add del mod">
          <ac:chgData name="Goutham Makkena" userId="ee2210368fc1934b" providerId="LiveId" clId="{3834B99D-CB61-4358-B4D0-BB2DDD8C6302}" dt="2018-10-26T00:08:41.277" v="1252" actId="478"/>
          <ac:picMkLst>
            <pc:docMk/>
            <pc:sldMk cId="2973611309" sldId="518"/>
            <ac:picMk id="8" creationId="{B1C00F19-6568-4608-BA35-31D91EE158C5}"/>
          </ac:picMkLst>
        </pc:picChg>
        <pc:picChg chg="add del mod">
          <ac:chgData name="Goutham Makkena" userId="ee2210368fc1934b" providerId="LiveId" clId="{3834B99D-CB61-4358-B4D0-BB2DDD8C6302}" dt="2018-10-26T00:08:40.120" v="1251" actId="478"/>
          <ac:picMkLst>
            <pc:docMk/>
            <pc:sldMk cId="2973611309" sldId="518"/>
            <ac:picMk id="9" creationId="{7DBE00EF-90A6-491D-B6CD-56EA35780197}"/>
          </ac:picMkLst>
        </pc:picChg>
        <pc:picChg chg="add del mod">
          <ac:chgData name="Goutham Makkena" userId="ee2210368fc1934b" providerId="LiveId" clId="{3834B99D-CB61-4358-B4D0-BB2DDD8C6302}" dt="2018-10-26T00:08:40.120" v="1251" actId="478"/>
          <ac:picMkLst>
            <pc:docMk/>
            <pc:sldMk cId="2973611309" sldId="518"/>
            <ac:picMk id="11" creationId="{9A34E5FB-1E97-4C94-A1E7-EB31682109FB}"/>
          </ac:picMkLst>
        </pc:picChg>
        <pc:picChg chg="add del mod">
          <ac:chgData name="Goutham Makkena" userId="ee2210368fc1934b" providerId="LiveId" clId="{3834B99D-CB61-4358-B4D0-BB2DDD8C6302}" dt="2018-10-26T00:08:40.120" v="1251" actId="478"/>
          <ac:picMkLst>
            <pc:docMk/>
            <pc:sldMk cId="2973611309" sldId="518"/>
            <ac:picMk id="13" creationId="{68D9A90B-4B45-4731-A4C3-E2BCFFDA1438}"/>
          </ac:picMkLst>
        </pc:picChg>
        <pc:picChg chg="add del mod">
          <ac:chgData name="Goutham Makkena" userId="ee2210368fc1934b" providerId="LiveId" clId="{3834B99D-CB61-4358-B4D0-BB2DDD8C6302}" dt="2018-10-26T00:08:40.120" v="1251" actId="478"/>
          <ac:picMkLst>
            <pc:docMk/>
            <pc:sldMk cId="2973611309" sldId="518"/>
            <ac:picMk id="16" creationId="{5B87169E-DB8A-4877-AA36-3D490181FAE9}"/>
          </ac:picMkLst>
        </pc:picChg>
        <pc:picChg chg="add del mod">
          <ac:chgData name="Goutham Makkena" userId="ee2210368fc1934b" providerId="LiveId" clId="{3834B99D-CB61-4358-B4D0-BB2DDD8C6302}" dt="2018-10-26T00:08:40.120" v="1251" actId="478"/>
          <ac:picMkLst>
            <pc:docMk/>
            <pc:sldMk cId="2973611309" sldId="518"/>
            <ac:picMk id="17" creationId="{4F9CD4F5-329F-45FF-A060-AA820508FE84}"/>
          </ac:picMkLst>
        </pc:picChg>
        <pc:picChg chg="add del mod">
          <ac:chgData name="Goutham Makkena" userId="ee2210368fc1934b" providerId="LiveId" clId="{3834B99D-CB61-4358-B4D0-BB2DDD8C6302}" dt="2018-10-26T00:08:40.120" v="1251" actId="478"/>
          <ac:picMkLst>
            <pc:docMk/>
            <pc:sldMk cId="2973611309" sldId="518"/>
            <ac:picMk id="18" creationId="{750F8E21-22F6-4067-8D15-6E514C7A83CB}"/>
          </ac:picMkLst>
        </pc:picChg>
        <pc:picChg chg="add mod">
          <ac:chgData name="Goutham Makkena" userId="ee2210368fc1934b" providerId="LiveId" clId="{3834B99D-CB61-4358-B4D0-BB2DDD8C6302}" dt="2018-10-26T00:12:56.375" v="1293" actId="1076"/>
          <ac:picMkLst>
            <pc:docMk/>
            <pc:sldMk cId="2973611309" sldId="518"/>
            <ac:picMk id="19" creationId="{549B615C-87B1-4BB2-B1B8-D2CE946157B3}"/>
          </ac:picMkLst>
        </pc:picChg>
        <pc:picChg chg="add mod">
          <ac:chgData name="Goutham Makkena" userId="ee2210368fc1934b" providerId="LiveId" clId="{3834B99D-CB61-4358-B4D0-BB2DDD8C6302}" dt="2018-10-26T00:09:08.888" v="1256" actId="1076"/>
          <ac:picMkLst>
            <pc:docMk/>
            <pc:sldMk cId="2973611309" sldId="518"/>
            <ac:picMk id="20" creationId="{B18EB1C9-D440-429B-A283-49DF8BD955D7}"/>
          </ac:picMkLst>
        </pc:picChg>
        <pc:picChg chg="add mod">
          <ac:chgData name="Goutham Makkena" userId="ee2210368fc1934b" providerId="LiveId" clId="{3834B99D-CB61-4358-B4D0-BB2DDD8C6302}" dt="2018-10-26T00:12:56.375" v="1293" actId="1076"/>
          <ac:picMkLst>
            <pc:docMk/>
            <pc:sldMk cId="2973611309" sldId="518"/>
            <ac:picMk id="21" creationId="{A0BC7A3B-7C37-4ED0-8154-27AA1D9153E0}"/>
          </ac:picMkLst>
        </pc:picChg>
        <pc:picChg chg="add mod">
          <ac:chgData name="Goutham Makkena" userId="ee2210368fc1934b" providerId="LiveId" clId="{3834B99D-CB61-4358-B4D0-BB2DDD8C6302}" dt="2018-10-26T00:09:32.219" v="1260" actId="1076"/>
          <ac:picMkLst>
            <pc:docMk/>
            <pc:sldMk cId="2973611309" sldId="518"/>
            <ac:picMk id="22" creationId="{070D578F-0292-4845-A912-3E1821E5CE89}"/>
          </ac:picMkLst>
        </pc:picChg>
        <pc:picChg chg="add mod">
          <ac:chgData name="Goutham Makkena" userId="ee2210368fc1934b" providerId="LiveId" clId="{3834B99D-CB61-4358-B4D0-BB2DDD8C6302}" dt="2018-10-26T00:12:56.375" v="1293" actId="1076"/>
          <ac:picMkLst>
            <pc:docMk/>
            <pc:sldMk cId="2973611309" sldId="518"/>
            <ac:picMk id="23" creationId="{B7B0574E-FA5C-49A3-B941-05675BC6DAFF}"/>
          </ac:picMkLst>
        </pc:picChg>
        <pc:picChg chg="add mod">
          <ac:chgData name="Goutham Makkena" userId="ee2210368fc1934b" providerId="LiveId" clId="{3834B99D-CB61-4358-B4D0-BB2DDD8C6302}" dt="2018-10-26T00:10:06.128" v="1264" actId="1076"/>
          <ac:picMkLst>
            <pc:docMk/>
            <pc:sldMk cId="2973611309" sldId="518"/>
            <ac:picMk id="24" creationId="{623DA844-0151-428D-91CD-0D686CB76E95}"/>
          </ac:picMkLst>
        </pc:picChg>
        <pc:picChg chg="add mod">
          <ac:chgData name="Goutham Makkena" userId="ee2210368fc1934b" providerId="LiveId" clId="{3834B99D-CB61-4358-B4D0-BB2DDD8C6302}" dt="2018-10-26T00:12:56.375" v="1293" actId="1076"/>
          <ac:picMkLst>
            <pc:docMk/>
            <pc:sldMk cId="2973611309" sldId="518"/>
            <ac:picMk id="25" creationId="{38414B4E-2160-4CF2-8196-F4ECFB43C2A2}"/>
          </ac:picMkLst>
        </pc:picChg>
        <pc:picChg chg="add mod">
          <ac:chgData name="Goutham Makkena" userId="ee2210368fc1934b" providerId="LiveId" clId="{3834B99D-CB61-4358-B4D0-BB2DDD8C6302}" dt="2018-10-26T00:10:44.791" v="1268" actId="1076"/>
          <ac:picMkLst>
            <pc:docMk/>
            <pc:sldMk cId="2973611309" sldId="518"/>
            <ac:picMk id="26" creationId="{4FBA3CDB-17B1-4324-BB15-D6B418D0AF50}"/>
          </ac:picMkLst>
        </pc:picChg>
        <pc:picChg chg="add mod">
          <ac:chgData name="Goutham Makkena" userId="ee2210368fc1934b" providerId="LiveId" clId="{3834B99D-CB61-4358-B4D0-BB2DDD8C6302}" dt="2018-10-26T00:12:56.375" v="1293" actId="1076"/>
          <ac:picMkLst>
            <pc:docMk/>
            <pc:sldMk cId="2973611309" sldId="518"/>
            <ac:picMk id="27" creationId="{DFB370E8-8482-4200-A2B0-B9C660ED8974}"/>
          </ac:picMkLst>
        </pc:picChg>
        <pc:picChg chg="add mod">
          <ac:chgData name="Goutham Makkena" userId="ee2210368fc1934b" providerId="LiveId" clId="{3834B99D-CB61-4358-B4D0-BB2DDD8C6302}" dt="2018-10-26T00:11:13.919" v="1272" actId="1076"/>
          <ac:picMkLst>
            <pc:docMk/>
            <pc:sldMk cId="2973611309" sldId="518"/>
            <ac:picMk id="28" creationId="{D7407583-C15F-4B8A-8E9D-F6DCEED884BB}"/>
          </ac:picMkLst>
        </pc:picChg>
        <pc:picChg chg="add mod">
          <ac:chgData name="Goutham Makkena" userId="ee2210368fc1934b" providerId="LiveId" clId="{3834B99D-CB61-4358-B4D0-BB2DDD8C6302}" dt="2018-10-26T00:12:56.375" v="1293" actId="1076"/>
          <ac:picMkLst>
            <pc:docMk/>
            <pc:sldMk cId="2973611309" sldId="518"/>
            <ac:picMk id="29" creationId="{BB7E4DE6-06F4-4E98-AB7E-51A4091E4C2E}"/>
          </ac:picMkLst>
        </pc:picChg>
        <pc:picChg chg="add mod">
          <ac:chgData name="Goutham Makkena" userId="ee2210368fc1934b" providerId="LiveId" clId="{3834B99D-CB61-4358-B4D0-BB2DDD8C6302}" dt="2018-10-26T00:11:34.305" v="1276" actId="1076"/>
          <ac:picMkLst>
            <pc:docMk/>
            <pc:sldMk cId="2973611309" sldId="518"/>
            <ac:picMk id="30" creationId="{0EFCCB4D-1EB8-4368-BE95-1AD7910B9467}"/>
          </ac:picMkLst>
        </pc:picChg>
        <pc:picChg chg="add mod">
          <ac:chgData name="Goutham Makkena" userId="ee2210368fc1934b" providerId="LiveId" clId="{3834B99D-CB61-4358-B4D0-BB2DDD8C6302}" dt="2018-10-26T00:12:56.375" v="1293" actId="1076"/>
          <ac:picMkLst>
            <pc:docMk/>
            <pc:sldMk cId="2973611309" sldId="518"/>
            <ac:picMk id="31" creationId="{B037663B-E970-4C09-AC39-7365023A0D09}"/>
          </ac:picMkLst>
        </pc:picChg>
        <pc:picChg chg="add mod">
          <ac:chgData name="Goutham Makkena" userId="ee2210368fc1934b" providerId="LiveId" clId="{3834B99D-CB61-4358-B4D0-BB2DDD8C6302}" dt="2018-10-26T00:17:39.772" v="1295" actId="1076"/>
          <ac:picMkLst>
            <pc:docMk/>
            <pc:sldMk cId="2973611309" sldId="518"/>
            <ac:picMk id="32" creationId="{18A55EEF-1DA2-4738-B130-7D20C63BA265}"/>
          </ac:picMkLst>
        </pc:picChg>
        <pc:picChg chg="add mod">
          <ac:chgData name="Goutham Makkena" userId="ee2210368fc1934b" providerId="LiveId" clId="{3834B99D-CB61-4358-B4D0-BB2DDD8C6302}" dt="2018-10-26T00:17:54.524" v="1298" actId="1076"/>
          <ac:picMkLst>
            <pc:docMk/>
            <pc:sldMk cId="2973611309" sldId="518"/>
            <ac:picMk id="33" creationId="{96052559-7BC1-434C-89B1-F1DDA784D7B7}"/>
          </ac:picMkLst>
        </pc:picChg>
        <pc:picChg chg="add mod">
          <ac:chgData name="Goutham Makkena" userId="ee2210368fc1934b" providerId="LiveId" clId="{3834B99D-CB61-4358-B4D0-BB2DDD8C6302}" dt="2018-10-26T00:18:17.197" v="1301" actId="1076"/>
          <ac:picMkLst>
            <pc:docMk/>
            <pc:sldMk cId="2973611309" sldId="518"/>
            <ac:picMk id="34" creationId="{B6A0E4A1-8144-43D1-A2CB-413B454F91BC}"/>
          </ac:picMkLst>
        </pc:picChg>
        <pc:picChg chg="add mod">
          <ac:chgData name="Goutham Makkena" userId="ee2210368fc1934b" providerId="LiveId" clId="{3834B99D-CB61-4358-B4D0-BB2DDD8C6302}" dt="2018-10-26T00:18:38.449" v="1303" actId="1076"/>
          <ac:picMkLst>
            <pc:docMk/>
            <pc:sldMk cId="2973611309" sldId="518"/>
            <ac:picMk id="35" creationId="{5F5F4870-9EE9-45E4-8220-F66201E4C1B5}"/>
          </ac:picMkLst>
        </pc:picChg>
        <pc:picChg chg="add mod">
          <ac:chgData name="Goutham Makkena" userId="ee2210368fc1934b" providerId="LiveId" clId="{3834B99D-CB61-4358-B4D0-BB2DDD8C6302}" dt="2018-10-26T00:19:01.547" v="1307" actId="1076"/>
          <ac:picMkLst>
            <pc:docMk/>
            <pc:sldMk cId="2973611309" sldId="518"/>
            <ac:picMk id="36" creationId="{D2D6D0E8-2FB4-45A1-B19C-66C746DF889E}"/>
          </ac:picMkLst>
        </pc:picChg>
      </pc:sldChg>
      <pc:sldChg chg="addSp delSp modSp add delAnim">
        <pc:chgData name="Goutham Makkena" userId="ee2210368fc1934b" providerId="LiveId" clId="{3834B99D-CB61-4358-B4D0-BB2DDD8C6302}" dt="2018-10-28T12:25:28.505" v="1641" actId="20577"/>
        <pc:sldMkLst>
          <pc:docMk/>
          <pc:sldMk cId="2896583941" sldId="520"/>
        </pc:sldMkLst>
        <pc:spChg chg="mod">
          <ac:chgData name="Goutham Makkena" userId="ee2210368fc1934b" providerId="LiveId" clId="{3834B99D-CB61-4358-B4D0-BB2DDD8C6302}" dt="2018-10-28T12:25:28.505" v="1641" actId="20577"/>
          <ac:spMkLst>
            <pc:docMk/>
            <pc:sldMk cId="2896583941" sldId="520"/>
            <ac:spMk id="12" creationId="{00000000-0000-0000-0000-000000000000}"/>
          </ac:spMkLst>
        </pc:spChg>
        <pc:spChg chg="del">
          <ac:chgData name="Goutham Makkena" userId="ee2210368fc1934b" providerId="LiveId" clId="{3834B99D-CB61-4358-B4D0-BB2DDD8C6302}" dt="2018-10-26T00:53:25.989" v="1341" actId="478"/>
          <ac:spMkLst>
            <pc:docMk/>
            <pc:sldMk cId="2896583941" sldId="520"/>
            <ac:spMk id="15" creationId="{7E7D3490-7348-4A01-923C-BC7B19708145}"/>
          </ac:spMkLst>
        </pc:spChg>
        <pc:picChg chg="add mod">
          <ac:chgData name="Goutham Makkena" userId="ee2210368fc1934b" providerId="LiveId" clId="{3834B99D-CB61-4358-B4D0-BB2DDD8C6302}" dt="2018-10-26T00:55:06.480" v="1347" actId="1076"/>
          <ac:picMkLst>
            <pc:docMk/>
            <pc:sldMk cId="2896583941" sldId="520"/>
            <ac:picMk id="2" creationId="{8ED88940-4611-4B64-BE6B-24B5230F1A27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3" creationId="{A68BFC5D-5397-4AF5-AFB6-88893F049B9B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5" creationId="{27A491E8-AC28-4F0B-B441-9DF56B130C05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6" creationId="{2F1F77D5-A5C1-472E-9CFC-2DBE8236766F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7" creationId="{E23CB89F-1228-4397-A058-2451A4BB2829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19" creationId="{549B615C-87B1-4BB2-B1B8-D2CE946157B3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0" creationId="{B18EB1C9-D440-429B-A283-49DF8BD955D7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1" creationId="{A0BC7A3B-7C37-4ED0-8154-27AA1D9153E0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2" creationId="{070D578F-0292-4845-A912-3E1821E5CE89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3" creationId="{B7B0574E-FA5C-49A3-B941-05675BC6DAFF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4" creationId="{623DA844-0151-428D-91CD-0D686CB76E95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5" creationId="{38414B4E-2160-4CF2-8196-F4ECFB43C2A2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6" creationId="{4FBA3CDB-17B1-4324-BB15-D6B418D0AF50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7" creationId="{DFB370E8-8482-4200-A2B0-B9C660ED8974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8" creationId="{D7407583-C15F-4B8A-8E9D-F6DCEED884BB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29" creationId="{BB7E4DE6-06F4-4E98-AB7E-51A4091E4C2E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30" creationId="{0EFCCB4D-1EB8-4368-BE95-1AD7910B9467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31" creationId="{B037663B-E970-4C09-AC39-7365023A0D09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32" creationId="{18A55EEF-1DA2-4738-B130-7D20C63BA265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33" creationId="{96052559-7BC1-434C-89B1-F1DDA784D7B7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34" creationId="{B6A0E4A1-8144-43D1-A2CB-413B454F91BC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35" creationId="{5F5F4870-9EE9-45E4-8220-F66201E4C1B5}"/>
          </ac:picMkLst>
        </pc:picChg>
        <pc:picChg chg="del">
          <ac:chgData name="Goutham Makkena" userId="ee2210368fc1934b" providerId="LiveId" clId="{3834B99D-CB61-4358-B4D0-BB2DDD8C6302}" dt="2018-10-26T00:53:28.207" v="1342" actId="478"/>
          <ac:picMkLst>
            <pc:docMk/>
            <pc:sldMk cId="2896583941" sldId="520"/>
            <ac:picMk id="36" creationId="{D2D6D0E8-2FB4-45A1-B19C-66C746DF889E}"/>
          </ac:picMkLst>
        </pc:picChg>
      </pc:sldChg>
      <pc:sldChg chg="addSp modSp add modAnim">
        <pc:chgData name="Goutham Makkena" userId="ee2210368fc1934b" providerId="LiveId" clId="{3834B99D-CB61-4358-B4D0-BB2DDD8C6302}" dt="2018-10-28T12:25:37.035" v="1644" actId="20577"/>
        <pc:sldMkLst>
          <pc:docMk/>
          <pc:sldMk cId="1961367398" sldId="521"/>
        </pc:sldMkLst>
        <pc:spChg chg="add mod">
          <ac:chgData name="Goutham Makkena" userId="ee2210368fc1934b" providerId="LiveId" clId="{3834B99D-CB61-4358-B4D0-BB2DDD8C6302}" dt="2018-10-26T00:56:20.536" v="1356" actId="1076"/>
          <ac:spMkLst>
            <pc:docMk/>
            <pc:sldMk cId="1961367398" sldId="521"/>
            <ac:spMk id="3" creationId="{1970E856-3569-4A52-9FC3-98B0BDC45FCC}"/>
          </ac:spMkLst>
        </pc:spChg>
        <pc:spChg chg="add mod">
          <ac:chgData name="Goutham Makkena" userId="ee2210368fc1934b" providerId="LiveId" clId="{3834B99D-CB61-4358-B4D0-BB2DDD8C6302}" dt="2018-10-26T00:56:52.962" v="1403" actId="20577"/>
          <ac:spMkLst>
            <pc:docMk/>
            <pc:sldMk cId="1961367398" sldId="521"/>
            <ac:spMk id="4" creationId="{29EFD266-9BA8-4989-9171-7B7C1E63F09A}"/>
          </ac:spMkLst>
        </pc:spChg>
        <pc:spChg chg="mod">
          <ac:chgData name="Goutham Makkena" userId="ee2210368fc1934b" providerId="LiveId" clId="{3834B99D-CB61-4358-B4D0-BB2DDD8C6302}" dt="2018-10-28T12:25:37.035" v="1644" actId="20577"/>
          <ac:spMkLst>
            <pc:docMk/>
            <pc:sldMk cId="1961367398" sldId="521"/>
            <ac:spMk id="12" creationId="{00000000-0000-0000-0000-000000000000}"/>
          </ac:spMkLst>
        </pc:spChg>
        <pc:picChg chg="mod">
          <ac:chgData name="Goutham Makkena" userId="ee2210368fc1934b" providerId="LiveId" clId="{3834B99D-CB61-4358-B4D0-BB2DDD8C6302}" dt="2018-10-26T00:56:16.752" v="1355" actId="1076"/>
          <ac:picMkLst>
            <pc:docMk/>
            <pc:sldMk cId="1961367398" sldId="521"/>
            <ac:picMk id="2" creationId="{8ED88940-4611-4B64-BE6B-24B5230F1A27}"/>
          </ac:picMkLst>
        </pc:picChg>
      </pc:sldChg>
      <pc:sldChg chg="addSp delSp modSp add addAnim delAnim modAnim">
        <pc:chgData name="Goutham Makkena" userId="ee2210368fc1934b" providerId="LiveId" clId="{3834B99D-CB61-4358-B4D0-BB2DDD8C6302}" dt="2018-10-28T12:25:47.911" v="1647" actId="20577"/>
        <pc:sldMkLst>
          <pc:docMk/>
          <pc:sldMk cId="2098012919" sldId="522"/>
        </pc:sldMkLst>
        <pc:spChg chg="del">
          <ac:chgData name="Goutham Makkena" userId="ee2210368fc1934b" providerId="LiveId" clId="{3834B99D-CB61-4358-B4D0-BB2DDD8C6302}" dt="2018-10-26T00:57:15.406" v="1408" actId="478"/>
          <ac:spMkLst>
            <pc:docMk/>
            <pc:sldMk cId="2098012919" sldId="522"/>
            <ac:spMk id="3" creationId="{1970E856-3569-4A52-9FC3-98B0BDC45FCC}"/>
          </ac:spMkLst>
        </pc:spChg>
        <pc:spChg chg="add del mod">
          <ac:chgData name="Goutham Makkena" userId="ee2210368fc1934b" providerId="LiveId" clId="{3834B99D-CB61-4358-B4D0-BB2DDD8C6302}" dt="2018-10-26T00:57:31.864" v="1444" actId="20577"/>
          <ac:spMkLst>
            <pc:docMk/>
            <pc:sldMk cId="2098012919" sldId="522"/>
            <ac:spMk id="4" creationId="{29EFD266-9BA8-4989-9171-7B7C1E63F09A}"/>
          </ac:spMkLst>
        </pc:spChg>
        <pc:spChg chg="add mod">
          <ac:chgData name="Goutham Makkena" userId="ee2210368fc1934b" providerId="LiveId" clId="{3834B99D-CB61-4358-B4D0-BB2DDD8C6302}" dt="2018-10-26T00:58:01.759" v="1456" actId="404"/>
          <ac:spMkLst>
            <pc:docMk/>
            <pc:sldMk cId="2098012919" sldId="522"/>
            <ac:spMk id="7" creationId="{150708BA-14CC-4348-8F7D-41022E64D318}"/>
          </ac:spMkLst>
        </pc:spChg>
        <pc:spChg chg="add mod">
          <ac:chgData name="Goutham Makkena" userId="ee2210368fc1934b" providerId="LiveId" clId="{3834B99D-CB61-4358-B4D0-BB2DDD8C6302}" dt="2018-10-26T00:59:16.239" v="1480" actId="20577"/>
          <ac:spMkLst>
            <pc:docMk/>
            <pc:sldMk cId="2098012919" sldId="522"/>
            <ac:spMk id="8" creationId="{C89A5882-1BDF-40F6-812F-FB08740E5BF3}"/>
          </ac:spMkLst>
        </pc:spChg>
        <pc:spChg chg="add mod">
          <ac:chgData name="Goutham Makkena" userId="ee2210368fc1934b" providerId="LiveId" clId="{3834B99D-CB61-4358-B4D0-BB2DDD8C6302}" dt="2018-10-26T00:58:42.543" v="1468" actId="313"/>
          <ac:spMkLst>
            <pc:docMk/>
            <pc:sldMk cId="2098012919" sldId="522"/>
            <ac:spMk id="9" creationId="{435E27CF-E5C3-4638-B87B-684A25992FB2}"/>
          </ac:spMkLst>
        </pc:spChg>
        <pc:spChg chg="add mod">
          <ac:chgData name="Goutham Makkena" userId="ee2210368fc1934b" providerId="LiveId" clId="{3834B99D-CB61-4358-B4D0-BB2DDD8C6302}" dt="2018-10-26T00:59:06.222" v="1477" actId="20577"/>
          <ac:spMkLst>
            <pc:docMk/>
            <pc:sldMk cId="2098012919" sldId="522"/>
            <ac:spMk id="11" creationId="{F0F021CF-7C4F-4297-9E8D-F386F248086D}"/>
          </ac:spMkLst>
        </pc:spChg>
        <pc:spChg chg="mod">
          <ac:chgData name="Goutham Makkena" userId="ee2210368fc1934b" providerId="LiveId" clId="{3834B99D-CB61-4358-B4D0-BB2DDD8C6302}" dt="2018-10-28T12:25:47.911" v="1647" actId="20577"/>
          <ac:spMkLst>
            <pc:docMk/>
            <pc:sldMk cId="2098012919" sldId="522"/>
            <ac:spMk id="12" creationId="{00000000-0000-0000-0000-000000000000}"/>
          </ac:spMkLst>
        </pc:spChg>
      </pc:sldChg>
      <pc:sldChg chg="addSp delSp modSp add delAnim modAnim">
        <pc:chgData name="Goutham Makkena" userId="ee2210368fc1934b" providerId="LiveId" clId="{3834B99D-CB61-4358-B4D0-BB2DDD8C6302}" dt="2018-10-28T12:25:57.648" v="1650" actId="20577"/>
        <pc:sldMkLst>
          <pc:docMk/>
          <pc:sldMk cId="3019387560" sldId="523"/>
        </pc:sldMkLst>
        <pc:spChg chg="mod">
          <ac:chgData name="Goutham Makkena" userId="ee2210368fc1934b" providerId="LiveId" clId="{3834B99D-CB61-4358-B4D0-BB2DDD8C6302}" dt="2018-10-26T01:05:10.255" v="1486" actId="1076"/>
          <ac:spMkLst>
            <pc:docMk/>
            <pc:sldMk cId="3019387560" sldId="523"/>
            <ac:spMk id="4" creationId="{29EFD266-9BA8-4989-9171-7B7C1E63F09A}"/>
          </ac:spMkLst>
        </pc:spChg>
        <pc:spChg chg="mod">
          <ac:chgData name="Goutham Makkena" userId="ee2210368fc1934b" providerId="LiveId" clId="{3834B99D-CB61-4358-B4D0-BB2DDD8C6302}" dt="2018-10-26T01:05:16.287" v="1487" actId="1076"/>
          <ac:spMkLst>
            <pc:docMk/>
            <pc:sldMk cId="3019387560" sldId="523"/>
            <ac:spMk id="7" creationId="{150708BA-14CC-4348-8F7D-41022E64D318}"/>
          </ac:spMkLst>
        </pc:spChg>
        <pc:spChg chg="mod">
          <ac:chgData name="Goutham Makkena" userId="ee2210368fc1934b" providerId="LiveId" clId="{3834B99D-CB61-4358-B4D0-BB2DDD8C6302}" dt="2018-10-26T01:05:22.725" v="1488" actId="1076"/>
          <ac:spMkLst>
            <pc:docMk/>
            <pc:sldMk cId="3019387560" sldId="523"/>
            <ac:spMk id="8" creationId="{C89A5882-1BDF-40F6-812F-FB08740E5BF3}"/>
          </ac:spMkLst>
        </pc:spChg>
        <pc:spChg chg="mod">
          <ac:chgData name="Goutham Makkena" userId="ee2210368fc1934b" providerId="LiveId" clId="{3834B99D-CB61-4358-B4D0-BB2DDD8C6302}" dt="2018-10-26T01:05:26.506" v="1489" actId="1076"/>
          <ac:spMkLst>
            <pc:docMk/>
            <pc:sldMk cId="3019387560" sldId="523"/>
            <ac:spMk id="9" creationId="{435E27CF-E5C3-4638-B87B-684A25992FB2}"/>
          </ac:spMkLst>
        </pc:spChg>
        <pc:spChg chg="mod">
          <ac:chgData name="Goutham Makkena" userId="ee2210368fc1934b" providerId="LiveId" clId="{3834B99D-CB61-4358-B4D0-BB2DDD8C6302}" dt="2018-10-26T01:08:01.026" v="1512" actId="1076"/>
          <ac:spMkLst>
            <pc:docMk/>
            <pc:sldMk cId="3019387560" sldId="523"/>
            <ac:spMk id="11" creationId="{F0F021CF-7C4F-4297-9E8D-F386F248086D}"/>
          </ac:spMkLst>
        </pc:spChg>
        <pc:spChg chg="mod">
          <ac:chgData name="Goutham Makkena" userId="ee2210368fc1934b" providerId="LiveId" clId="{3834B99D-CB61-4358-B4D0-BB2DDD8C6302}" dt="2018-10-28T12:25:57.648" v="1650" actId="20577"/>
          <ac:spMkLst>
            <pc:docMk/>
            <pc:sldMk cId="3019387560" sldId="523"/>
            <ac:spMk id="12" creationId="{00000000-0000-0000-0000-000000000000}"/>
          </ac:spMkLst>
        </pc:spChg>
        <pc:picChg chg="del">
          <ac:chgData name="Goutham Makkena" userId="ee2210368fc1934b" providerId="LiveId" clId="{3834B99D-CB61-4358-B4D0-BB2DDD8C6302}" dt="2018-10-26T01:05:06.661" v="1485" actId="478"/>
          <ac:picMkLst>
            <pc:docMk/>
            <pc:sldMk cId="3019387560" sldId="523"/>
            <ac:picMk id="2" creationId="{8ED88940-4611-4B64-BE6B-24B5230F1A27}"/>
          </ac:picMkLst>
        </pc:picChg>
        <pc:picChg chg="add del">
          <ac:chgData name="Goutham Makkena" userId="ee2210368fc1934b" providerId="LiveId" clId="{3834B99D-CB61-4358-B4D0-BB2DDD8C6302}" dt="2018-10-26T01:06:36.439" v="1505"/>
          <ac:picMkLst>
            <pc:docMk/>
            <pc:sldMk cId="3019387560" sldId="523"/>
            <ac:picMk id="3" creationId="{B47BFF55-26C5-4082-AE44-2168EA288F64}"/>
          </ac:picMkLst>
        </pc:picChg>
        <pc:picChg chg="add del mod">
          <ac:chgData name="Goutham Makkena" userId="ee2210368fc1934b" providerId="LiveId" clId="{3834B99D-CB61-4358-B4D0-BB2DDD8C6302}" dt="2018-10-26T01:06:36.158" v="1504"/>
          <ac:picMkLst>
            <pc:docMk/>
            <pc:sldMk cId="3019387560" sldId="523"/>
            <ac:picMk id="5" creationId="{27FE390D-55E4-404C-BAEC-E6E0CB7E29FC}"/>
          </ac:picMkLst>
        </pc:picChg>
        <pc:picChg chg="add mod">
          <ac:chgData name="Goutham Makkena" userId="ee2210368fc1934b" providerId="LiveId" clId="{3834B99D-CB61-4358-B4D0-BB2DDD8C6302}" dt="2018-10-26T01:10:18.872" v="1515" actId="1076"/>
          <ac:picMkLst>
            <pc:docMk/>
            <pc:sldMk cId="3019387560" sldId="523"/>
            <ac:picMk id="6" creationId="{5B5E49C8-B0C4-4759-8D36-EE654E21FD73}"/>
          </ac:picMkLst>
        </pc:picChg>
        <pc:picChg chg="add mod">
          <ac:chgData name="Goutham Makkena" userId="ee2210368fc1934b" providerId="LiveId" clId="{3834B99D-CB61-4358-B4D0-BB2DDD8C6302}" dt="2018-10-26T01:07:39.243" v="1509" actId="1076"/>
          <ac:picMkLst>
            <pc:docMk/>
            <pc:sldMk cId="3019387560" sldId="523"/>
            <ac:picMk id="13" creationId="{A5236AB9-396B-4BB7-B0E8-E639202E813C}"/>
          </ac:picMkLst>
        </pc:picChg>
        <pc:picChg chg="add mod">
          <ac:chgData name="Goutham Makkena" userId="ee2210368fc1934b" providerId="LiveId" clId="{3834B99D-CB61-4358-B4D0-BB2DDD8C6302}" dt="2018-10-26T01:10:15.012" v="1514" actId="1076"/>
          <ac:picMkLst>
            <pc:docMk/>
            <pc:sldMk cId="3019387560" sldId="523"/>
            <ac:picMk id="14" creationId="{8434682A-8893-4503-8DFF-F8FB18D593F6}"/>
          </ac:picMkLst>
        </pc:picChg>
      </pc:sldChg>
      <pc:sldChg chg="addSp delSp modSp add addAnim delAnim modAnim">
        <pc:chgData name="Goutham Makkena" userId="ee2210368fc1934b" providerId="LiveId" clId="{3834B99D-CB61-4358-B4D0-BB2DDD8C6302}" dt="2018-10-28T14:18:18.917" v="1656"/>
        <pc:sldMkLst>
          <pc:docMk/>
          <pc:sldMk cId="3884579011" sldId="524"/>
        </pc:sldMkLst>
        <pc:spChg chg="del">
          <ac:chgData name="Goutham Makkena" userId="ee2210368fc1934b" providerId="LiveId" clId="{3834B99D-CB61-4358-B4D0-BB2DDD8C6302}" dt="2018-10-28T12:15:14.913" v="1533" actId="478"/>
          <ac:spMkLst>
            <pc:docMk/>
            <pc:sldMk cId="3884579011" sldId="524"/>
            <ac:spMk id="4" creationId="{29EFD266-9BA8-4989-9171-7B7C1E63F09A}"/>
          </ac:spMkLst>
        </pc:spChg>
        <pc:spChg chg="del">
          <ac:chgData name="Goutham Makkena" userId="ee2210368fc1934b" providerId="LiveId" clId="{3834B99D-CB61-4358-B4D0-BB2DDD8C6302}" dt="2018-10-28T12:15:10.663" v="1529" actId="478"/>
          <ac:spMkLst>
            <pc:docMk/>
            <pc:sldMk cId="3884579011" sldId="524"/>
            <ac:spMk id="7" creationId="{150708BA-14CC-4348-8F7D-41022E64D318}"/>
          </ac:spMkLst>
        </pc:spChg>
        <pc:spChg chg="del">
          <ac:chgData name="Goutham Makkena" userId="ee2210368fc1934b" providerId="LiveId" clId="{3834B99D-CB61-4358-B4D0-BB2DDD8C6302}" dt="2018-10-28T12:15:13.648" v="1532" actId="478"/>
          <ac:spMkLst>
            <pc:docMk/>
            <pc:sldMk cId="3884579011" sldId="524"/>
            <ac:spMk id="8" creationId="{C89A5882-1BDF-40F6-812F-FB08740E5BF3}"/>
          </ac:spMkLst>
        </pc:spChg>
        <pc:spChg chg="del">
          <ac:chgData name="Goutham Makkena" userId="ee2210368fc1934b" providerId="LiveId" clId="{3834B99D-CB61-4358-B4D0-BB2DDD8C6302}" dt="2018-10-28T12:15:09.740" v="1528" actId="478"/>
          <ac:spMkLst>
            <pc:docMk/>
            <pc:sldMk cId="3884579011" sldId="524"/>
            <ac:spMk id="9" creationId="{435E27CF-E5C3-4638-B87B-684A25992FB2}"/>
          </ac:spMkLst>
        </pc:spChg>
        <pc:spChg chg="del mod">
          <ac:chgData name="Goutham Makkena" userId="ee2210368fc1934b" providerId="LiveId" clId="{3834B99D-CB61-4358-B4D0-BB2DDD8C6302}" dt="2018-10-28T12:15:12.366" v="1531" actId="478"/>
          <ac:spMkLst>
            <pc:docMk/>
            <pc:sldMk cId="3884579011" sldId="524"/>
            <ac:spMk id="11" creationId="{F0F021CF-7C4F-4297-9E8D-F386F248086D}"/>
          </ac:spMkLst>
        </pc:spChg>
        <pc:spChg chg="mod">
          <ac:chgData name="Goutham Makkena" userId="ee2210368fc1934b" providerId="LiveId" clId="{3834B99D-CB61-4358-B4D0-BB2DDD8C6302}" dt="2018-10-28T12:26:04.797" v="1653" actId="20577"/>
          <ac:spMkLst>
            <pc:docMk/>
            <pc:sldMk cId="3884579011" sldId="524"/>
            <ac:spMk id="12" creationId="{00000000-0000-0000-0000-000000000000}"/>
          </ac:spMkLst>
        </pc:spChg>
        <pc:grpChg chg="mod">
          <ac:chgData name="Goutham Makkena" userId="ee2210368fc1934b" providerId="LiveId" clId="{3834B99D-CB61-4358-B4D0-BB2DDD8C6302}" dt="2018-10-28T12:19:35.670" v="1572" actId="27803"/>
          <ac:grpSpMkLst>
            <pc:docMk/>
            <pc:sldMk cId="3884579011" sldId="524"/>
            <ac:grpSpMk id="26" creationId="{F60E28DB-A29D-4857-86E9-6AB26F221B6C}"/>
          </ac:grpSpMkLst>
        </pc:grpChg>
        <pc:picChg chg="del">
          <ac:chgData name="Goutham Makkena" userId="ee2210368fc1934b" providerId="LiveId" clId="{3834B99D-CB61-4358-B4D0-BB2DDD8C6302}" dt="2018-10-28T12:15:25.368" v="1536" actId="478"/>
          <ac:picMkLst>
            <pc:docMk/>
            <pc:sldMk cId="3884579011" sldId="524"/>
            <ac:picMk id="2" creationId="{AC74E606-8DA2-496D-B56D-ED5F7422B44A}"/>
          </ac:picMkLst>
        </pc:picChg>
        <pc:picChg chg="add del">
          <ac:chgData name="Goutham Makkena" userId="ee2210368fc1934b" providerId="LiveId" clId="{3834B99D-CB61-4358-B4D0-BB2DDD8C6302}" dt="2018-10-28T12:15:58.593" v="1544"/>
          <ac:picMkLst>
            <pc:docMk/>
            <pc:sldMk cId="3884579011" sldId="524"/>
            <ac:picMk id="3" creationId="{76056025-9EBD-43D8-8594-AD1CC05B576D}"/>
          </ac:picMkLst>
        </pc:picChg>
        <pc:picChg chg="add mod">
          <ac:chgData name="Goutham Makkena" userId="ee2210368fc1934b" providerId="LiveId" clId="{3834B99D-CB61-4358-B4D0-BB2DDD8C6302}" dt="2018-10-28T12:16:40.947" v="1551" actId="1076"/>
          <ac:picMkLst>
            <pc:docMk/>
            <pc:sldMk cId="3884579011" sldId="524"/>
            <ac:picMk id="5" creationId="{843A5FEB-2AB6-461E-BF6A-06C44D8AE8AC}"/>
          </ac:picMkLst>
        </pc:picChg>
        <pc:picChg chg="del">
          <ac:chgData name="Goutham Makkena" userId="ee2210368fc1934b" providerId="LiveId" clId="{3834B99D-CB61-4358-B4D0-BB2DDD8C6302}" dt="2018-10-28T12:15:24.555" v="1535" actId="478"/>
          <ac:picMkLst>
            <pc:docMk/>
            <pc:sldMk cId="3884579011" sldId="524"/>
            <ac:picMk id="6" creationId="{5B5E49C8-B0C4-4759-8D36-EE654E21FD73}"/>
          </ac:picMkLst>
        </pc:picChg>
        <pc:picChg chg="del">
          <ac:chgData name="Goutham Makkena" userId="ee2210368fc1934b" providerId="LiveId" clId="{3834B99D-CB61-4358-B4D0-BB2DDD8C6302}" dt="2018-10-28T12:15:26.149" v="1537" actId="478"/>
          <ac:picMkLst>
            <pc:docMk/>
            <pc:sldMk cId="3884579011" sldId="524"/>
            <ac:picMk id="13" creationId="{A5236AB9-396B-4BB7-B0E8-E639202E813C}"/>
          </ac:picMkLst>
        </pc:picChg>
        <pc:picChg chg="add mod">
          <ac:chgData name="Goutham Makkena" userId="ee2210368fc1934b" providerId="LiveId" clId="{3834B99D-CB61-4358-B4D0-BB2DDD8C6302}" dt="2018-10-28T12:16:35.052" v="1550" actId="1076"/>
          <ac:picMkLst>
            <pc:docMk/>
            <pc:sldMk cId="3884579011" sldId="524"/>
            <ac:picMk id="14" creationId="{BAE44B66-9C83-4B05-85B8-02E5745E42D1}"/>
          </ac:picMkLst>
        </pc:picChg>
        <pc:picChg chg="add mod">
          <ac:chgData name="Goutham Makkena" userId="ee2210368fc1934b" providerId="LiveId" clId="{3834B99D-CB61-4358-B4D0-BB2DDD8C6302}" dt="2018-10-28T12:16:27.441" v="1549" actId="1076"/>
          <ac:picMkLst>
            <pc:docMk/>
            <pc:sldMk cId="3884579011" sldId="524"/>
            <ac:picMk id="15" creationId="{1EB0E1B0-588C-463D-9973-477D2984565D}"/>
          </ac:picMkLst>
        </pc:picChg>
        <pc:picChg chg="add mod">
          <ac:chgData name="Goutham Makkena" userId="ee2210368fc1934b" providerId="LiveId" clId="{3834B99D-CB61-4358-B4D0-BB2DDD8C6302}" dt="2018-10-28T12:15:43.826" v="1542" actId="1076"/>
          <ac:picMkLst>
            <pc:docMk/>
            <pc:sldMk cId="3884579011" sldId="524"/>
            <ac:picMk id="16" creationId="{894BFAB2-ADBE-40E7-8F73-950774EF5C0F}"/>
          </ac:picMkLst>
        </pc:picChg>
        <pc:picChg chg="add mod">
          <ac:chgData name="Goutham Makkena" userId="ee2210368fc1934b" providerId="LiveId" clId="{3834B99D-CB61-4358-B4D0-BB2DDD8C6302}" dt="2018-10-28T12:16:18.721" v="1548" actId="571"/>
          <ac:picMkLst>
            <pc:docMk/>
            <pc:sldMk cId="3884579011" sldId="524"/>
            <ac:picMk id="17" creationId="{DE6EE50B-EFE2-4CE6-B946-F811B9712ED5}"/>
          </ac:picMkLst>
        </pc:picChg>
        <pc:picChg chg="add mod">
          <ac:chgData name="Goutham Makkena" userId="ee2210368fc1934b" providerId="LiveId" clId="{3834B99D-CB61-4358-B4D0-BB2DDD8C6302}" dt="2018-10-28T12:16:54.573" v="1553" actId="1076"/>
          <ac:picMkLst>
            <pc:docMk/>
            <pc:sldMk cId="3884579011" sldId="524"/>
            <ac:picMk id="18" creationId="{79270180-114D-4481-9165-DF68C99E28EF}"/>
          </ac:picMkLst>
        </pc:picChg>
        <pc:picChg chg="add mod">
          <ac:chgData name="Goutham Makkena" userId="ee2210368fc1934b" providerId="LiveId" clId="{3834B99D-CB61-4358-B4D0-BB2DDD8C6302}" dt="2018-10-28T12:17:08.340" v="1555" actId="1076"/>
          <ac:picMkLst>
            <pc:docMk/>
            <pc:sldMk cId="3884579011" sldId="524"/>
            <ac:picMk id="19" creationId="{6CAEA583-93F1-442E-B2E5-CDEF3CA50A35}"/>
          </ac:picMkLst>
        </pc:picChg>
        <pc:picChg chg="add mod">
          <ac:chgData name="Goutham Makkena" userId="ee2210368fc1934b" providerId="LiveId" clId="{3834B99D-CB61-4358-B4D0-BB2DDD8C6302}" dt="2018-10-28T12:17:28.764" v="1557" actId="1076"/>
          <ac:picMkLst>
            <pc:docMk/>
            <pc:sldMk cId="3884579011" sldId="524"/>
            <ac:picMk id="20" creationId="{E9E0ED8B-D51C-4CAA-8386-DB18E6AB8AAF}"/>
          </ac:picMkLst>
        </pc:picChg>
        <pc:picChg chg="add del mod">
          <ac:chgData name="Goutham Makkena" userId="ee2210368fc1934b" providerId="LiveId" clId="{3834B99D-CB61-4358-B4D0-BB2DDD8C6302}" dt="2018-10-28T12:20:03.571" v="1576" actId="478"/>
          <ac:picMkLst>
            <pc:docMk/>
            <pc:sldMk cId="3884579011" sldId="524"/>
            <ac:picMk id="21" creationId="{F60E28DB-A29D-4857-86E9-6AB26F221B6C}"/>
          </ac:picMkLst>
        </pc:picChg>
        <pc:picChg chg="add mod">
          <ac:chgData name="Goutham Makkena" userId="ee2210368fc1934b" providerId="LiveId" clId="{3834B99D-CB61-4358-B4D0-BB2DDD8C6302}" dt="2018-10-28T12:18:06.217" v="1561" actId="1076"/>
          <ac:picMkLst>
            <pc:docMk/>
            <pc:sldMk cId="3884579011" sldId="524"/>
            <ac:picMk id="22" creationId="{A404A679-B76B-427B-8F72-05265836BD19}"/>
          </ac:picMkLst>
        </pc:picChg>
        <pc:picChg chg="add mod">
          <ac:chgData name="Goutham Makkena" userId="ee2210368fc1934b" providerId="LiveId" clId="{3834B99D-CB61-4358-B4D0-BB2DDD8C6302}" dt="2018-10-28T12:18:18.933" v="1563" actId="1076"/>
          <ac:picMkLst>
            <pc:docMk/>
            <pc:sldMk cId="3884579011" sldId="524"/>
            <ac:picMk id="23" creationId="{313C86C0-6EB0-4C8A-A87C-CEB4816A78BB}"/>
          </ac:picMkLst>
        </pc:picChg>
        <pc:picChg chg="add mod">
          <ac:chgData name="Goutham Makkena" userId="ee2210368fc1934b" providerId="LiveId" clId="{3834B99D-CB61-4358-B4D0-BB2DDD8C6302}" dt="2018-10-28T12:22:57.746" v="1592" actId="1076"/>
          <ac:picMkLst>
            <pc:docMk/>
            <pc:sldMk cId="3884579011" sldId="524"/>
            <ac:picMk id="24" creationId="{FDB8A04D-DF5F-478D-96BB-79F505544945}"/>
          </ac:picMkLst>
        </pc:picChg>
        <pc:picChg chg="add mod">
          <ac:chgData name="Goutham Makkena" userId="ee2210368fc1934b" providerId="LiveId" clId="{3834B99D-CB61-4358-B4D0-BB2DDD8C6302}" dt="2018-10-28T12:18:48.124" v="1567" actId="1076"/>
          <ac:picMkLst>
            <pc:docMk/>
            <pc:sldMk cId="3884579011" sldId="524"/>
            <ac:picMk id="25" creationId="{74B87018-EA21-4692-A6F0-6B12BA67058A}"/>
          </ac:picMkLst>
        </pc:picChg>
        <pc:picChg chg="add del mod ord">
          <ac:chgData name="Goutham Makkena" userId="ee2210368fc1934b" providerId="LiveId" clId="{3834B99D-CB61-4358-B4D0-BB2DDD8C6302}" dt="2018-10-28T12:22:38.165" v="1589" actId="167"/>
          <ac:picMkLst>
            <pc:docMk/>
            <pc:sldMk cId="3884579011" sldId="524"/>
            <ac:picMk id="29" creationId="{65770EE5-EFDE-498A-856B-3242FAB7962A}"/>
          </ac:picMkLst>
        </pc:picChg>
        <pc:picChg chg="add del">
          <ac:chgData name="Goutham Makkena" userId="ee2210368fc1934b" providerId="LiveId" clId="{3834B99D-CB61-4358-B4D0-BB2DDD8C6302}" dt="2018-10-28T14:18:18.917" v="1656"/>
          <ac:picMkLst>
            <pc:docMk/>
            <pc:sldMk cId="3884579011" sldId="524"/>
            <ac:picMk id="30" creationId="{B788C792-C05A-4CE5-BF18-DAC3735E55FE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8T14:21:42.420" v="1784"/>
        <pc:sldMkLst>
          <pc:docMk/>
          <pc:sldMk cId="3446663950" sldId="525"/>
        </pc:sldMkLst>
        <pc:spChg chg="add mod">
          <ac:chgData name="Goutham Makkena" userId="ee2210368fc1934b" providerId="LiveId" clId="{3834B99D-CB61-4358-B4D0-BB2DDD8C6302}" dt="2018-10-28T14:19:10.281" v="1719" actId="1076"/>
          <ac:spMkLst>
            <pc:docMk/>
            <pc:sldMk cId="3446663950" sldId="525"/>
            <ac:spMk id="2" creationId="{78901A88-2973-48C5-A839-B5F1DF441022}"/>
          </ac:spMkLst>
        </pc:spChg>
        <pc:spChg chg="add mod">
          <ac:chgData name="Goutham Makkena" userId="ee2210368fc1934b" providerId="LiveId" clId="{3834B99D-CB61-4358-B4D0-BB2DDD8C6302}" dt="2018-10-28T14:19:43.988" v="1739" actId="14100"/>
          <ac:spMkLst>
            <pc:docMk/>
            <pc:sldMk cId="3446663950" sldId="525"/>
            <ac:spMk id="3" creationId="{C7942127-F87F-4031-8985-A863B7C30EF5}"/>
          </ac:spMkLst>
        </pc:spChg>
        <pc:spChg chg="add mod">
          <ac:chgData name="Goutham Makkena" userId="ee2210368fc1934b" providerId="LiveId" clId="{3834B99D-CB61-4358-B4D0-BB2DDD8C6302}" dt="2018-10-28T14:20:21.959" v="1755" actId="1076"/>
          <ac:spMkLst>
            <pc:docMk/>
            <pc:sldMk cId="3446663950" sldId="525"/>
            <ac:spMk id="4" creationId="{5040C48F-C6EB-4874-9D02-BD3BEBD64B2C}"/>
          </ac:spMkLst>
        </pc:spChg>
        <pc:spChg chg="add mod">
          <ac:chgData name="Goutham Makkena" userId="ee2210368fc1934b" providerId="LiveId" clId="{3834B99D-CB61-4358-B4D0-BB2DDD8C6302}" dt="2018-10-28T14:20:42.196" v="1760" actId="20577"/>
          <ac:spMkLst>
            <pc:docMk/>
            <pc:sldMk cId="3446663950" sldId="525"/>
            <ac:spMk id="6" creationId="{3FA29860-D80A-410C-AF6F-B73F5E656FEB}"/>
          </ac:spMkLst>
        </pc:spChg>
        <pc:spChg chg="add mod">
          <ac:chgData name="Goutham Makkena" userId="ee2210368fc1934b" providerId="LiveId" clId="{3834B99D-CB61-4358-B4D0-BB2DDD8C6302}" dt="2018-10-28T14:20:55.243" v="1763" actId="14100"/>
          <ac:spMkLst>
            <pc:docMk/>
            <pc:sldMk cId="3446663950" sldId="525"/>
            <ac:spMk id="7" creationId="{23050668-71A0-458D-9A7C-B96B1DB3C8C0}"/>
          </ac:spMkLst>
        </pc:spChg>
        <pc:spChg chg="mod">
          <ac:chgData name="Goutham Makkena" userId="ee2210368fc1934b" providerId="LiveId" clId="{3834B99D-CB61-4358-B4D0-BB2DDD8C6302}" dt="2018-10-28T14:18:44.966" v="1715" actId="20577"/>
          <ac:spMkLst>
            <pc:docMk/>
            <pc:sldMk cId="3446663950" sldId="525"/>
            <ac:spMk id="12" creationId="{00000000-0000-0000-0000-000000000000}"/>
          </ac:spMkLst>
        </pc:sp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5" creationId="{843A5FEB-2AB6-461E-BF6A-06C44D8AE8AC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14" creationId="{BAE44B66-9C83-4B05-85B8-02E5745E42D1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15" creationId="{1EB0E1B0-588C-463D-9973-477D2984565D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16" creationId="{894BFAB2-ADBE-40E7-8F73-950774EF5C0F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18" creationId="{79270180-114D-4481-9165-DF68C99E28EF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19" creationId="{6CAEA583-93F1-442E-B2E5-CDEF3CA50A35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20" creationId="{E9E0ED8B-D51C-4CAA-8386-DB18E6AB8AAF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22" creationId="{A404A679-B76B-427B-8F72-05265836BD19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23" creationId="{313C86C0-6EB0-4C8A-A87C-CEB4816A78BB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24" creationId="{FDB8A04D-DF5F-478D-96BB-79F505544945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25" creationId="{74B87018-EA21-4692-A6F0-6B12BA67058A}"/>
          </ac:picMkLst>
        </pc:picChg>
        <pc:picChg chg="del">
          <ac:chgData name="Goutham Makkena" userId="ee2210368fc1934b" providerId="LiveId" clId="{3834B99D-CB61-4358-B4D0-BB2DDD8C6302}" dt="2018-10-28T14:18:32.058" v="1660" actId="478"/>
          <ac:picMkLst>
            <pc:docMk/>
            <pc:sldMk cId="3446663950" sldId="525"/>
            <ac:picMk id="29" creationId="{65770EE5-EFDE-498A-856B-3242FAB7962A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8T14:49:43.500" v="1850"/>
        <pc:sldMkLst>
          <pc:docMk/>
          <pc:sldMk cId="876702152" sldId="526"/>
        </pc:sldMkLst>
        <pc:spChg chg="mod">
          <ac:chgData name="Goutham Makkena" userId="ee2210368fc1934b" providerId="LiveId" clId="{3834B99D-CB61-4358-B4D0-BB2DDD8C6302}" dt="2018-10-28T14:33:36.721" v="1828" actId="1076"/>
          <ac:spMkLst>
            <pc:docMk/>
            <pc:sldMk cId="876702152" sldId="526"/>
            <ac:spMk id="2" creationId="{78901A88-2973-48C5-A839-B5F1DF441022}"/>
          </ac:spMkLst>
        </pc:spChg>
        <pc:spChg chg="del">
          <ac:chgData name="Goutham Makkena" userId="ee2210368fc1934b" providerId="LiveId" clId="{3834B99D-CB61-4358-B4D0-BB2DDD8C6302}" dt="2018-10-28T14:32:16.780" v="1785" actId="478"/>
          <ac:spMkLst>
            <pc:docMk/>
            <pc:sldMk cId="876702152" sldId="526"/>
            <ac:spMk id="3" creationId="{C7942127-F87F-4031-8985-A863B7C30EF5}"/>
          </ac:spMkLst>
        </pc:spChg>
        <pc:spChg chg="del">
          <ac:chgData name="Goutham Makkena" userId="ee2210368fc1934b" providerId="LiveId" clId="{3834B99D-CB61-4358-B4D0-BB2DDD8C6302}" dt="2018-10-28T14:32:17.998" v="1786" actId="478"/>
          <ac:spMkLst>
            <pc:docMk/>
            <pc:sldMk cId="876702152" sldId="526"/>
            <ac:spMk id="4" creationId="{5040C48F-C6EB-4874-9D02-BD3BEBD64B2C}"/>
          </ac:spMkLst>
        </pc:spChg>
        <pc:spChg chg="del">
          <ac:chgData name="Goutham Makkena" userId="ee2210368fc1934b" providerId="LiveId" clId="{3834B99D-CB61-4358-B4D0-BB2DDD8C6302}" dt="2018-10-28T14:32:19.374" v="1787" actId="478"/>
          <ac:spMkLst>
            <pc:docMk/>
            <pc:sldMk cId="876702152" sldId="526"/>
            <ac:spMk id="6" creationId="{3FA29860-D80A-410C-AF6F-B73F5E656FEB}"/>
          </ac:spMkLst>
        </pc:spChg>
        <pc:spChg chg="del">
          <ac:chgData name="Goutham Makkena" userId="ee2210368fc1934b" providerId="LiveId" clId="{3834B99D-CB61-4358-B4D0-BB2DDD8C6302}" dt="2018-10-28T14:32:20.514" v="1788" actId="478"/>
          <ac:spMkLst>
            <pc:docMk/>
            <pc:sldMk cId="876702152" sldId="526"/>
            <ac:spMk id="7" creationId="{23050668-71A0-458D-9A7C-B96B1DB3C8C0}"/>
          </ac:spMkLst>
        </pc:spChg>
        <pc:spChg chg="add mod">
          <ac:chgData name="Goutham Makkena" userId="ee2210368fc1934b" providerId="LiveId" clId="{3834B99D-CB61-4358-B4D0-BB2DDD8C6302}" dt="2018-10-28T14:34:27.023" v="1838" actId="20577"/>
          <ac:spMkLst>
            <pc:docMk/>
            <pc:sldMk cId="876702152" sldId="526"/>
            <ac:spMk id="11" creationId="{A46284CF-059D-4A2F-8C16-1EC5A2E2BE46}"/>
          </ac:spMkLst>
        </pc:spChg>
        <pc:spChg chg="mod">
          <ac:chgData name="Goutham Makkena" userId="ee2210368fc1934b" providerId="LiveId" clId="{3834B99D-CB61-4358-B4D0-BB2DDD8C6302}" dt="2018-10-28T14:21:23.403" v="1779" actId="14100"/>
          <ac:spMkLst>
            <pc:docMk/>
            <pc:sldMk cId="876702152" sldId="526"/>
            <ac:spMk id="12" creationId="{00000000-0000-0000-0000-000000000000}"/>
          </ac:spMkLst>
        </pc:spChg>
        <pc:picChg chg="add mod">
          <ac:chgData name="Goutham Makkena" userId="ee2210368fc1934b" providerId="LiveId" clId="{3834B99D-CB61-4358-B4D0-BB2DDD8C6302}" dt="2018-10-28T14:32:31.329" v="1792" actId="1076"/>
          <ac:picMkLst>
            <pc:docMk/>
            <pc:sldMk cId="876702152" sldId="526"/>
            <ac:picMk id="5" creationId="{DCAE1BA8-BC7E-4E01-BF1F-899125528819}"/>
          </ac:picMkLst>
        </pc:picChg>
        <pc:picChg chg="add del mod">
          <ac:chgData name="Goutham Makkena" userId="ee2210368fc1934b" providerId="LiveId" clId="{3834B99D-CB61-4358-B4D0-BB2DDD8C6302}" dt="2018-10-28T14:49:30.592" v="1843" actId="478"/>
          <ac:picMkLst>
            <pc:docMk/>
            <pc:sldMk cId="876702152" sldId="526"/>
            <ac:picMk id="8" creationId="{DD734A89-9B1C-4AE3-9A8A-EEE57E20D757}"/>
          </ac:picMkLst>
        </pc:picChg>
        <pc:picChg chg="add mod">
          <ac:chgData name="Goutham Makkena" userId="ee2210368fc1934b" providerId="LiveId" clId="{3834B99D-CB61-4358-B4D0-BB2DDD8C6302}" dt="2018-10-28T14:49:41.093" v="1848" actId="1076"/>
          <ac:picMkLst>
            <pc:docMk/>
            <pc:sldMk cId="876702152" sldId="526"/>
            <ac:picMk id="9" creationId="{7FDD587F-527D-4AF5-9D73-3ED0B20201EB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8T15:00:10.337" v="1996" actId="20577"/>
        <pc:sldMkLst>
          <pc:docMk/>
          <pc:sldMk cId="3190721184" sldId="527"/>
        </pc:sldMkLst>
        <pc:spChg chg="del">
          <ac:chgData name="Goutham Makkena" userId="ee2210368fc1934b" providerId="LiveId" clId="{3834B99D-CB61-4358-B4D0-BB2DDD8C6302}" dt="2018-10-28T14:59:04.193" v="1855" actId="478"/>
          <ac:spMkLst>
            <pc:docMk/>
            <pc:sldMk cId="3190721184" sldId="527"/>
            <ac:spMk id="2" creationId="{78901A88-2973-48C5-A839-B5F1DF441022}"/>
          </ac:spMkLst>
        </pc:spChg>
        <pc:spChg chg="del">
          <ac:chgData name="Goutham Makkena" userId="ee2210368fc1934b" providerId="LiveId" clId="{3834B99D-CB61-4358-B4D0-BB2DDD8C6302}" dt="2018-10-28T14:59:09.084" v="1857" actId="478"/>
          <ac:spMkLst>
            <pc:docMk/>
            <pc:sldMk cId="3190721184" sldId="527"/>
            <ac:spMk id="11" creationId="{A46284CF-059D-4A2F-8C16-1EC5A2E2BE46}"/>
          </ac:spMkLst>
        </pc:spChg>
        <pc:spChg chg="mod">
          <ac:chgData name="Goutham Makkena" userId="ee2210368fc1934b" providerId="LiveId" clId="{3834B99D-CB61-4358-B4D0-BB2DDD8C6302}" dt="2018-10-28T14:59:15.585" v="1859" actId="20577"/>
          <ac:spMkLst>
            <pc:docMk/>
            <pc:sldMk cId="3190721184" sldId="527"/>
            <ac:spMk id="12" creationId="{00000000-0000-0000-0000-000000000000}"/>
          </ac:spMkLst>
        </pc:spChg>
        <pc:spChg chg="add mod">
          <ac:chgData name="Goutham Makkena" userId="ee2210368fc1934b" providerId="LiveId" clId="{3834B99D-CB61-4358-B4D0-BB2DDD8C6302}" dt="2018-10-28T15:00:10.337" v="1996" actId="20577"/>
          <ac:spMkLst>
            <pc:docMk/>
            <pc:sldMk cId="3190721184" sldId="527"/>
            <ac:spMk id="13" creationId="{3E519EAD-E03C-43E4-BEC7-E3AFD9B1B0F8}"/>
          </ac:spMkLst>
        </pc:spChg>
        <pc:picChg chg="del">
          <ac:chgData name="Goutham Makkena" userId="ee2210368fc1934b" providerId="LiveId" clId="{3834B99D-CB61-4358-B4D0-BB2DDD8C6302}" dt="2018-10-28T14:59:00.303" v="1854" actId="478"/>
          <ac:picMkLst>
            <pc:docMk/>
            <pc:sldMk cId="3190721184" sldId="527"/>
            <ac:picMk id="5" creationId="{DCAE1BA8-BC7E-4E01-BF1F-899125528819}"/>
          </ac:picMkLst>
        </pc:picChg>
        <pc:picChg chg="add mod">
          <ac:chgData name="Goutham Makkena" userId="ee2210368fc1934b" providerId="LiveId" clId="{3834B99D-CB61-4358-B4D0-BB2DDD8C6302}" dt="2018-10-28T14:59:29.333" v="1861" actId="1076"/>
          <ac:picMkLst>
            <pc:docMk/>
            <pc:sldMk cId="3190721184" sldId="527"/>
            <ac:picMk id="8" creationId="{E3DB0191-5CE2-47E4-8DE7-91277C1FC995}"/>
          </ac:picMkLst>
        </pc:picChg>
        <pc:picChg chg="del">
          <ac:chgData name="Goutham Makkena" userId="ee2210368fc1934b" providerId="LiveId" clId="{3834B99D-CB61-4358-B4D0-BB2DDD8C6302}" dt="2018-10-28T14:59:06.381" v="1856" actId="478"/>
          <ac:picMkLst>
            <pc:docMk/>
            <pc:sldMk cId="3190721184" sldId="527"/>
            <ac:picMk id="9" creationId="{7FDD587F-527D-4AF5-9D73-3ED0B20201EB}"/>
          </ac:picMkLst>
        </pc:picChg>
      </pc:sldChg>
      <pc:sldChg chg="add">
        <pc:chgData name="Goutham Makkena" userId="ee2210368fc1934b" providerId="LiveId" clId="{3834B99D-CB61-4358-B4D0-BB2DDD8C6302}" dt="2018-10-28T15:00:18.587" v="1999"/>
        <pc:sldMkLst>
          <pc:docMk/>
          <pc:sldMk cId="2312473000" sldId="528"/>
        </pc:sldMkLst>
      </pc:sldChg>
      <pc:sldChg chg="addSp delSp modSp add delAnim modAnim">
        <pc:chgData name="Goutham Makkena" userId="ee2210368fc1934b" providerId="LiveId" clId="{3834B99D-CB61-4358-B4D0-BB2DDD8C6302}" dt="2018-10-28T16:30:04.490" v="2200" actId="20577"/>
        <pc:sldMkLst>
          <pc:docMk/>
          <pc:sldMk cId="3055664993" sldId="529"/>
        </pc:sldMkLst>
        <pc:spChg chg="add mod">
          <ac:chgData name="Goutham Makkena" userId="ee2210368fc1934b" providerId="LiveId" clId="{3834B99D-CB61-4358-B4D0-BB2DDD8C6302}" dt="2018-10-28T16:15:41.901" v="2142" actId="20577"/>
          <ac:spMkLst>
            <pc:docMk/>
            <pc:sldMk cId="3055664993" sldId="529"/>
            <ac:spMk id="7" creationId="{724353DD-5DEF-489D-A79B-4BBF25339BFE}"/>
          </ac:spMkLst>
        </pc:spChg>
        <pc:spChg chg="mod">
          <ac:chgData name="Goutham Makkena" userId="ee2210368fc1934b" providerId="LiveId" clId="{3834B99D-CB61-4358-B4D0-BB2DDD8C6302}" dt="2018-10-28T16:30:04.490" v="2200" actId="20577"/>
          <ac:spMkLst>
            <pc:docMk/>
            <pc:sldMk cId="3055664993" sldId="529"/>
            <ac:spMk id="12" creationId="{00000000-0000-0000-0000-000000000000}"/>
          </ac:spMkLst>
        </pc:spChg>
        <pc:spChg chg="mod">
          <ac:chgData name="Goutham Makkena" userId="ee2210368fc1934b" providerId="LiveId" clId="{3834B99D-CB61-4358-B4D0-BB2DDD8C6302}" dt="2018-10-28T15:43:04.006" v="2032" actId="20577"/>
          <ac:spMkLst>
            <pc:docMk/>
            <pc:sldMk cId="3055664993" sldId="529"/>
            <ac:spMk id="13" creationId="{3E519EAD-E03C-43E4-BEC7-E3AFD9B1B0F8}"/>
          </ac:spMkLst>
        </pc:spChg>
        <pc:picChg chg="add mod">
          <ac:chgData name="Goutham Makkena" userId="ee2210368fc1934b" providerId="LiveId" clId="{3834B99D-CB61-4358-B4D0-BB2DDD8C6302}" dt="2018-10-28T15:42:43.191" v="2006" actId="1076"/>
          <ac:picMkLst>
            <pc:docMk/>
            <pc:sldMk cId="3055664993" sldId="529"/>
            <ac:picMk id="2" creationId="{09AB5574-EE0F-42B5-AD62-5FF6D7434119}"/>
          </ac:picMkLst>
        </pc:picChg>
        <pc:picChg chg="del">
          <ac:chgData name="Goutham Makkena" userId="ee2210368fc1934b" providerId="LiveId" clId="{3834B99D-CB61-4358-B4D0-BB2DDD8C6302}" dt="2018-10-28T15:41:49.504" v="2003" actId="478"/>
          <ac:picMkLst>
            <pc:docMk/>
            <pc:sldMk cId="3055664993" sldId="529"/>
            <ac:picMk id="8" creationId="{E3DB0191-5CE2-47E4-8DE7-91277C1FC995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8T16:30:10.147" v="2205" actId="20577"/>
        <pc:sldMkLst>
          <pc:docMk/>
          <pc:sldMk cId="2606356262" sldId="530"/>
        </pc:sldMkLst>
        <pc:spChg chg="del">
          <ac:chgData name="Goutham Makkena" userId="ee2210368fc1934b" providerId="LiveId" clId="{3834B99D-CB61-4358-B4D0-BB2DDD8C6302}" dt="2018-10-28T16:16:15.687" v="2147" actId="478"/>
          <ac:spMkLst>
            <pc:docMk/>
            <pc:sldMk cId="2606356262" sldId="530"/>
            <ac:spMk id="7" creationId="{724353DD-5DEF-489D-A79B-4BBF25339BFE}"/>
          </ac:spMkLst>
        </pc:spChg>
        <pc:spChg chg="add mod">
          <ac:chgData name="Goutham Makkena" userId="ee2210368fc1934b" providerId="LiveId" clId="{3834B99D-CB61-4358-B4D0-BB2DDD8C6302}" dt="2018-10-28T16:26:11.147" v="2169" actId="1076"/>
          <ac:spMkLst>
            <pc:docMk/>
            <pc:sldMk cId="2606356262" sldId="530"/>
            <ac:spMk id="8" creationId="{1352E0B5-1632-4ADB-994B-82AC289D050E}"/>
          </ac:spMkLst>
        </pc:spChg>
        <pc:spChg chg="add mod">
          <ac:chgData name="Goutham Makkena" userId="ee2210368fc1934b" providerId="LiveId" clId="{3834B99D-CB61-4358-B4D0-BB2DDD8C6302}" dt="2018-10-28T16:26:14.428" v="2170" actId="1076"/>
          <ac:spMkLst>
            <pc:docMk/>
            <pc:sldMk cId="2606356262" sldId="530"/>
            <ac:spMk id="9" creationId="{B9879981-5086-40AC-A41A-3B81BD496FDA}"/>
          </ac:spMkLst>
        </pc:spChg>
        <pc:spChg chg="add mod">
          <ac:chgData name="Goutham Makkena" userId="ee2210368fc1934b" providerId="LiveId" clId="{3834B99D-CB61-4358-B4D0-BB2DDD8C6302}" dt="2018-10-28T16:26:17.085" v="2171" actId="1076"/>
          <ac:spMkLst>
            <pc:docMk/>
            <pc:sldMk cId="2606356262" sldId="530"/>
            <ac:spMk id="11" creationId="{81EF06B8-6772-4BE3-B402-A0604CCBE912}"/>
          </ac:spMkLst>
        </pc:spChg>
        <pc:spChg chg="mod">
          <ac:chgData name="Goutham Makkena" userId="ee2210368fc1934b" providerId="LiveId" clId="{3834B99D-CB61-4358-B4D0-BB2DDD8C6302}" dt="2018-10-28T16:30:10.147" v="2205" actId="20577"/>
          <ac:spMkLst>
            <pc:docMk/>
            <pc:sldMk cId="2606356262" sldId="530"/>
            <ac:spMk id="12" creationId="{00000000-0000-0000-0000-000000000000}"/>
          </ac:spMkLst>
        </pc:spChg>
        <pc:spChg chg="del">
          <ac:chgData name="Goutham Makkena" userId="ee2210368fc1934b" providerId="LiveId" clId="{3834B99D-CB61-4358-B4D0-BB2DDD8C6302}" dt="2018-10-28T16:16:14.187" v="2146" actId="478"/>
          <ac:spMkLst>
            <pc:docMk/>
            <pc:sldMk cId="2606356262" sldId="530"/>
            <ac:spMk id="13" creationId="{3E519EAD-E03C-43E4-BEC7-E3AFD9B1B0F8}"/>
          </ac:spMkLst>
        </pc:spChg>
      </pc:sldChg>
      <pc:sldChg chg="addSp delSp modSp add delAnim modAnim">
        <pc:chgData name="Goutham Makkena" userId="ee2210368fc1934b" providerId="LiveId" clId="{3834B99D-CB61-4358-B4D0-BB2DDD8C6302}" dt="2018-10-28T16:30:16.179" v="2210" actId="20577"/>
        <pc:sldMkLst>
          <pc:docMk/>
          <pc:sldMk cId="548397225" sldId="531"/>
        </pc:sldMkLst>
        <pc:spChg chg="mod">
          <ac:chgData name="Goutham Makkena" userId="ee2210368fc1934b" providerId="LiveId" clId="{3834B99D-CB61-4358-B4D0-BB2DDD8C6302}" dt="2018-10-28T16:26:28.164" v="2176" actId="1076"/>
          <ac:spMkLst>
            <pc:docMk/>
            <pc:sldMk cId="548397225" sldId="531"/>
            <ac:spMk id="8" creationId="{1352E0B5-1632-4ADB-994B-82AC289D050E}"/>
          </ac:spMkLst>
        </pc:spChg>
        <pc:spChg chg="mod">
          <ac:chgData name="Goutham Makkena" userId="ee2210368fc1934b" providerId="LiveId" clId="{3834B99D-CB61-4358-B4D0-BB2DDD8C6302}" dt="2018-10-28T16:26:31.336" v="2177" actId="1076"/>
          <ac:spMkLst>
            <pc:docMk/>
            <pc:sldMk cId="548397225" sldId="531"/>
            <ac:spMk id="9" creationId="{B9879981-5086-40AC-A41A-3B81BD496FDA}"/>
          </ac:spMkLst>
        </pc:spChg>
        <pc:spChg chg="mod">
          <ac:chgData name="Goutham Makkena" userId="ee2210368fc1934b" providerId="LiveId" clId="{3834B99D-CB61-4358-B4D0-BB2DDD8C6302}" dt="2018-10-28T16:26:35.914" v="2178" actId="1076"/>
          <ac:spMkLst>
            <pc:docMk/>
            <pc:sldMk cId="548397225" sldId="531"/>
            <ac:spMk id="11" creationId="{81EF06B8-6772-4BE3-B402-A0604CCBE912}"/>
          </ac:spMkLst>
        </pc:spChg>
        <pc:spChg chg="mod">
          <ac:chgData name="Goutham Makkena" userId="ee2210368fc1934b" providerId="LiveId" clId="{3834B99D-CB61-4358-B4D0-BB2DDD8C6302}" dt="2018-10-28T16:30:16.179" v="2210" actId="20577"/>
          <ac:spMkLst>
            <pc:docMk/>
            <pc:sldMk cId="548397225" sldId="531"/>
            <ac:spMk id="12" creationId="{00000000-0000-0000-0000-000000000000}"/>
          </ac:spMkLst>
        </pc:spChg>
        <pc:picChg chg="del">
          <ac:chgData name="Goutham Makkena" userId="ee2210368fc1934b" providerId="LiveId" clId="{3834B99D-CB61-4358-B4D0-BB2DDD8C6302}" dt="2018-10-28T16:26:25.257" v="2175" actId="478"/>
          <ac:picMkLst>
            <pc:docMk/>
            <pc:sldMk cId="548397225" sldId="531"/>
            <ac:picMk id="2" creationId="{09AB5574-EE0F-42B5-AD62-5FF6D7434119}"/>
          </ac:picMkLst>
        </pc:picChg>
        <pc:picChg chg="add mod">
          <ac:chgData name="Goutham Makkena" userId="ee2210368fc1934b" providerId="LiveId" clId="{3834B99D-CB61-4358-B4D0-BB2DDD8C6302}" dt="2018-10-28T16:26:50.291" v="2183" actId="1076"/>
          <ac:picMkLst>
            <pc:docMk/>
            <pc:sldMk cId="548397225" sldId="531"/>
            <ac:picMk id="3" creationId="{4308AE18-0026-45F6-A836-DD5D4052FA61}"/>
          </ac:picMkLst>
        </pc:picChg>
        <pc:picChg chg="add mod">
          <ac:chgData name="Goutham Makkena" userId="ee2210368fc1934b" providerId="LiveId" clId="{3834B99D-CB61-4358-B4D0-BB2DDD8C6302}" dt="2018-10-28T16:27:50.852" v="2190" actId="1076"/>
          <ac:picMkLst>
            <pc:docMk/>
            <pc:sldMk cId="548397225" sldId="531"/>
            <ac:picMk id="4" creationId="{43A13553-2E17-473D-8B18-465CC3B13DA3}"/>
          </ac:picMkLst>
        </pc:picChg>
        <pc:picChg chg="add mod">
          <ac:chgData name="Goutham Makkena" userId="ee2210368fc1934b" providerId="LiveId" clId="{3834B99D-CB61-4358-B4D0-BB2DDD8C6302}" dt="2018-10-28T16:27:45.523" v="2189" actId="1076"/>
          <ac:picMkLst>
            <pc:docMk/>
            <pc:sldMk cId="548397225" sldId="531"/>
            <ac:picMk id="5" creationId="{CDBBC8A1-587A-424F-93A9-8563536D4B9B}"/>
          </ac:picMkLst>
        </pc:picChg>
        <pc:picChg chg="add mod">
          <ac:chgData name="Goutham Makkena" userId="ee2210368fc1934b" providerId="LiveId" clId="{3834B99D-CB61-4358-B4D0-BB2DDD8C6302}" dt="2018-10-28T16:29:33.798" v="2194" actId="1076"/>
          <ac:picMkLst>
            <pc:docMk/>
            <pc:sldMk cId="548397225" sldId="531"/>
            <ac:picMk id="6" creationId="{A3BAD1DC-F712-45AC-AEE0-459EEF828677}"/>
          </ac:picMkLst>
        </pc:picChg>
      </pc:sldChg>
      <pc:sldChg chg="addSp delSp modSp add modAnim">
        <pc:chgData name="Goutham Makkena" userId="ee2210368fc1934b" providerId="LiveId" clId="{3834B99D-CB61-4358-B4D0-BB2DDD8C6302}" dt="2018-10-28T16:41:10.095" v="2254"/>
        <pc:sldMkLst>
          <pc:docMk/>
          <pc:sldMk cId="694501221" sldId="532"/>
        </pc:sldMkLst>
        <pc:spChg chg="del">
          <ac:chgData name="Goutham Makkena" userId="ee2210368fc1934b" providerId="LiveId" clId="{3834B99D-CB61-4358-B4D0-BB2DDD8C6302}" dt="2018-10-28T16:30:55.957" v="2216" actId="478"/>
          <ac:spMkLst>
            <pc:docMk/>
            <pc:sldMk cId="694501221" sldId="532"/>
            <ac:spMk id="8" creationId="{1352E0B5-1632-4ADB-994B-82AC289D050E}"/>
          </ac:spMkLst>
        </pc:spChg>
        <pc:spChg chg="del">
          <ac:chgData name="Goutham Makkena" userId="ee2210368fc1934b" providerId="LiveId" clId="{3834B99D-CB61-4358-B4D0-BB2DDD8C6302}" dt="2018-10-28T16:30:57.332" v="2217" actId="478"/>
          <ac:spMkLst>
            <pc:docMk/>
            <pc:sldMk cId="694501221" sldId="532"/>
            <ac:spMk id="9" creationId="{B9879981-5086-40AC-A41A-3B81BD496FDA}"/>
          </ac:spMkLst>
        </pc:spChg>
        <pc:spChg chg="del">
          <ac:chgData name="Goutham Makkena" userId="ee2210368fc1934b" providerId="LiveId" clId="{3834B99D-CB61-4358-B4D0-BB2DDD8C6302}" dt="2018-10-28T16:30:54.284" v="2215" actId="478"/>
          <ac:spMkLst>
            <pc:docMk/>
            <pc:sldMk cId="694501221" sldId="532"/>
            <ac:spMk id="11" creationId="{81EF06B8-6772-4BE3-B402-A0604CCBE912}"/>
          </ac:spMkLst>
        </pc:spChg>
        <pc:spChg chg="add mod">
          <ac:chgData name="Goutham Makkena" userId="ee2210368fc1934b" providerId="LiveId" clId="{3834B99D-CB61-4358-B4D0-BB2DDD8C6302}" dt="2018-10-28T16:41:08.126" v="2253" actId="1076"/>
          <ac:spMkLst>
            <pc:docMk/>
            <pc:sldMk cId="694501221" sldId="532"/>
            <ac:spMk id="20" creationId="{17B9CF2C-3196-420F-A440-DF3CDF016522}"/>
          </ac:spMkLst>
        </pc:spChg>
        <pc:picChg chg="add mod">
          <ac:chgData name="Goutham Makkena" userId="ee2210368fc1934b" providerId="LiveId" clId="{3834B99D-CB61-4358-B4D0-BB2DDD8C6302}" dt="2018-10-28T16:36:51.149" v="2220" actId="1076"/>
          <ac:picMkLst>
            <pc:docMk/>
            <pc:sldMk cId="694501221" sldId="532"/>
            <ac:picMk id="2" creationId="{259FF944-1CB8-453A-89F8-380C553EB55D}"/>
          </ac:picMkLst>
        </pc:picChg>
        <pc:picChg chg="mod">
          <ac:chgData name="Goutham Makkena" userId="ee2210368fc1934b" providerId="LiveId" clId="{3834B99D-CB61-4358-B4D0-BB2DDD8C6302}" dt="2018-10-28T16:31:01.473" v="2218" actId="1076"/>
          <ac:picMkLst>
            <pc:docMk/>
            <pc:sldMk cId="694501221" sldId="532"/>
            <ac:picMk id="3" creationId="{4308AE18-0026-45F6-A836-DD5D4052FA61}"/>
          </ac:picMkLst>
        </pc:picChg>
        <pc:picChg chg="mod">
          <ac:chgData name="Goutham Makkena" userId="ee2210368fc1934b" providerId="LiveId" clId="{3834B99D-CB61-4358-B4D0-BB2DDD8C6302}" dt="2018-10-28T16:31:01.473" v="2218" actId="1076"/>
          <ac:picMkLst>
            <pc:docMk/>
            <pc:sldMk cId="694501221" sldId="532"/>
            <ac:picMk id="4" creationId="{43A13553-2E17-473D-8B18-465CC3B13DA3}"/>
          </ac:picMkLst>
        </pc:picChg>
        <pc:picChg chg="mod">
          <ac:chgData name="Goutham Makkena" userId="ee2210368fc1934b" providerId="LiveId" clId="{3834B99D-CB61-4358-B4D0-BB2DDD8C6302}" dt="2018-10-28T16:31:01.473" v="2218" actId="1076"/>
          <ac:picMkLst>
            <pc:docMk/>
            <pc:sldMk cId="694501221" sldId="532"/>
            <ac:picMk id="5" creationId="{CDBBC8A1-587A-424F-93A9-8563536D4B9B}"/>
          </ac:picMkLst>
        </pc:picChg>
        <pc:picChg chg="mod">
          <ac:chgData name="Goutham Makkena" userId="ee2210368fc1934b" providerId="LiveId" clId="{3834B99D-CB61-4358-B4D0-BB2DDD8C6302}" dt="2018-10-28T16:31:01.473" v="2218" actId="1076"/>
          <ac:picMkLst>
            <pc:docMk/>
            <pc:sldMk cId="694501221" sldId="532"/>
            <ac:picMk id="6" creationId="{A3BAD1DC-F712-45AC-AEE0-459EEF828677}"/>
          </ac:picMkLst>
        </pc:picChg>
        <pc:picChg chg="add mod">
          <ac:chgData name="Goutham Makkena" userId="ee2210368fc1934b" providerId="LiveId" clId="{3834B99D-CB61-4358-B4D0-BB2DDD8C6302}" dt="2018-10-28T16:37:11.214" v="2222" actId="1076"/>
          <ac:picMkLst>
            <pc:docMk/>
            <pc:sldMk cId="694501221" sldId="532"/>
            <ac:picMk id="7" creationId="{22AF516E-8651-4DD2-8477-07F40CF628BC}"/>
          </ac:picMkLst>
        </pc:picChg>
        <pc:picChg chg="add mod">
          <ac:chgData name="Goutham Makkena" userId="ee2210368fc1934b" providerId="LiveId" clId="{3834B99D-CB61-4358-B4D0-BB2DDD8C6302}" dt="2018-10-28T16:37:24.699" v="2224" actId="1076"/>
          <ac:picMkLst>
            <pc:docMk/>
            <pc:sldMk cId="694501221" sldId="532"/>
            <ac:picMk id="13" creationId="{679294E8-4FC4-4B58-B848-F6A25901E289}"/>
          </ac:picMkLst>
        </pc:picChg>
        <pc:picChg chg="add mod">
          <ac:chgData name="Goutham Makkena" userId="ee2210368fc1934b" providerId="LiveId" clId="{3834B99D-CB61-4358-B4D0-BB2DDD8C6302}" dt="2018-10-28T16:37:58.303" v="2233" actId="1076"/>
          <ac:picMkLst>
            <pc:docMk/>
            <pc:sldMk cId="694501221" sldId="532"/>
            <ac:picMk id="14" creationId="{C9CAA422-5AA8-4313-977E-592C6980F86E}"/>
          </ac:picMkLst>
        </pc:picChg>
        <pc:picChg chg="add mod">
          <ac:chgData name="Goutham Makkena" userId="ee2210368fc1934b" providerId="LiveId" clId="{3834B99D-CB61-4358-B4D0-BB2DDD8C6302}" dt="2018-10-28T16:38:17.446" v="2236" actId="1076"/>
          <ac:picMkLst>
            <pc:docMk/>
            <pc:sldMk cId="694501221" sldId="532"/>
            <ac:picMk id="15" creationId="{0B7A8DAA-6E99-4938-A2A7-DBB0C2C622D0}"/>
          </ac:picMkLst>
        </pc:picChg>
        <pc:picChg chg="add mod">
          <ac:chgData name="Goutham Makkena" userId="ee2210368fc1934b" providerId="LiveId" clId="{3834B99D-CB61-4358-B4D0-BB2DDD8C6302}" dt="2018-10-28T16:38:35.041" v="2239" actId="1076"/>
          <ac:picMkLst>
            <pc:docMk/>
            <pc:sldMk cId="694501221" sldId="532"/>
            <ac:picMk id="16" creationId="{14BDA6D6-B2B4-4A24-ADE7-C4E235CDAD59}"/>
          </ac:picMkLst>
        </pc:picChg>
        <pc:picChg chg="add mod">
          <ac:chgData name="Goutham Makkena" userId="ee2210368fc1934b" providerId="LiveId" clId="{3834B99D-CB61-4358-B4D0-BB2DDD8C6302}" dt="2018-10-28T16:38:54.308" v="2242" actId="1076"/>
          <ac:picMkLst>
            <pc:docMk/>
            <pc:sldMk cId="694501221" sldId="532"/>
            <ac:picMk id="17" creationId="{6DA47EB3-1C5A-4EDB-A230-58EBEFB65F0D}"/>
          </ac:picMkLst>
        </pc:picChg>
        <pc:picChg chg="add mod">
          <ac:chgData name="Goutham Makkena" userId="ee2210368fc1934b" providerId="LiveId" clId="{3834B99D-CB61-4358-B4D0-BB2DDD8C6302}" dt="2018-10-28T16:39:14.903" v="2245" actId="1076"/>
          <ac:picMkLst>
            <pc:docMk/>
            <pc:sldMk cId="694501221" sldId="532"/>
            <ac:picMk id="18" creationId="{B0A23CB2-56D5-4F5B-9F81-C385D0A13898}"/>
          </ac:picMkLst>
        </pc:picChg>
        <pc:picChg chg="add mod">
          <ac:chgData name="Goutham Makkena" userId="ee2210368fc1934b" providerId="LiveId" clId="{3834B99D-CB61-4358-B4D0-BB2DDD8C6302}" dt="2018-10-28T16:39:27.311" v="2247" actId="1076"/>
          <ac:picMkLst>
            <pc:docMk/>
            <pc:sldMk cId="694501221" sldId="532"/>
            <ac:picMk id="19" creationId="{FA65C440-A006-414E-B97D-D459F2B57393}"/>
          </ac:picMkLst>
        </pc:picChg>
      </pc:sldChg>
      <pc:sldChg chg="addSp delSp modSp add delAnim">
        <pc:chgData name="Goutham Makkena" userId="ee2210368fc1934b" providerId="LiveId" clId="{3834B99D-CB61-4358-B4D0-BB2DDD8C6302}" dt="2018-10-29T15:05:41.237" v="2757" actId="1076"/>
        <pc:sldMkLst>
          <pc:docMk/>
          <pc:sldMk cId="286819691" sldId="533"/>
        </pc:sldMkLst>
        <pc:spChg chg="mod">
          <ac:chgData name="Goutham Makkena" userId="ee2210368fc1934b" providerId="LiveId" clId="{3834B99D-CB61-4358-B4D0-BB2DDD8C6302}" dt="2018-10-29T12:16:03.394" v="2446" actId="255"/>
          <ac:spMkLst>
            <pc:docMk/>
            <pc:sldMk cId="286819691" sldId="533"/>
            <ac:spMk id="12" creationId="{00000000-0000-0000-0000-000000000000}"/>
          </ac:spMkLst>
        </pc:spChg>
        <pc:spChg chg="mod">
          <ac:chgData name="Goutham Makkena" userId="ee2210368fc1934b" providerId="LiveId" clId="{3834B99D-CB61-4358-B4D0-BB2DDD8C6302}" dt="2018-10-29T12:08:04.776" v="2419" actId="20577"/>
          <ac:spMkLst>
            <pc:docMk/>
            <pc:sldMk cId="286819691" sldId="533"/>
            <ac:spMk id="20" creationId="{17B9CF2C-3196-420F-A440-DF3CDF016522}"/>
          </ac:spMkLst>
        </pc:sp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2" creationId="{259FF944-1CB8-453A-89F8-380C553EB55D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3" creationId="{4308AE18-0026-45F6-A836-DD5D4052FA61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4" creationId="{43A13553-2E17-473D-8B18-465CC3B13DA3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5" creationId="{CDBBC8A1-587A-424F-93A9-8563536D4B9B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6" creationId="{A3BAD1DC-F712-45AC-AEE0-459EEF828677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7" creationId="{22AF516E-8651-4DD2-8477-07F40CF628BC}"/>
          </ac:picMkLst>
        </pc:picChg>
        <pc:picChg chg="add mod">
          <ac:chgData name="Goutham Makkena" userId="ee2210368fc1934b" providerId="LiveId" clId="{3834B99D-CB61-4358-B4D0-BB2DDD8C6302}" dt="2018-10-29T12:08:09.323" v="2420" actId="1076"/>
          <ac:picMkLst>
            <pc:docMk/>
            <pc:sldMk cId="286819691" sldId="533"/>
            <ac:picMk id="8" creationId="{44E72D26-BDB1-4255-8E19-5D5FA86EC267}"/>
          </ac:picMkLst>
        </pc:picChg>
        <pc:picChg chg="add mod">
          <ac:chgData name="Goutham Makkena" userId="ee2210368fc1934b" providerId="LiveId" clId="{3834B99D-CB61-4358-B4D0-BB2DDD8C6302}" dt="2018-10-29T15:05:41.237" v="2757" actId="1076"/>
          <ac:picMkLst>
            <pc:docMk/>
            <pc:sldMk cId="286819691" sldId="533"/>
            <ac:picMk id="9" creationId="{EB68C2EE-A3FC-4975-97BE-4E6FB3C0F2A4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13" creationId="{679294E8-4FC4-4B58-B848-F6A25901E289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14" creationId="{C9CAA422-5AA8-4313-977E-592C6980F86E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15" creationId="{0B7A8DAA-6E99-4938-A2A7-DBB0C2C622D0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16" creationId="{14BDA6D6-B2B4-4A24-ADE7-C4E235CDAD59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17" creationId="{6DA47EB3-1C5A-4EDB-A230-58EBEFB65F0D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18" creationId="{B0A23CB2-56D5-4F5B-9F81-C385D0A13898}"/>
          </ac:picMkLst>
        </pc:picChg>
        <pc:picChg chg="del">
          <ac:chgData name="Goutham Makkena" userId="ee2210368fc1934b" providerId="LiveId" clId="{3834B99D-CB61-4358-B4D0-BB2DDD8C6302}" dt="2018-10-29T12:06:13.395" v="2275" actId="478"/>
          <ac:picMkLst>
            <pc:docMk/>
            <pc:sldMk cId="286819691" sldId="533"/>
            <ac:picMk id="19" creationId="{FA65C440-A006-414E-B97D-D459F2B57393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9T15:05:59.676" v="2760" actId="14100"/>
        <pc:sldMkLst>
          <pc:docMk/>
          <pc:sldMk cId="3223240780" sldId="534"/>
        </pc:sldMkLst>
        <pc:spChg chg="del">
          <ac:chgData name="Goutham Makkena" userId="ee2210368fc1934b" providerId="LiveId" clId="{3834B99D-CB61-4358-B4D0-BB2DDD8C6302}" dt="2018-10-29T12:16:19.052" v="2450" actId="478"/>
          <ac:spMkLst>
            <pc:docMk/>
            <pc:sldMk cId="3223240780" sldId="534"/>
            <ac:spMk id="20" creationId="{17B9CF2C-3196-420F-A440-DF3CDF016522}"/>
          </ac:spMkLst>
        </pc:spChg>
        <pc:picChg chg="add mod">
          <ac:chgData name="Goutham Makkena" userId="ee2210368fc1934b" providerId="LiveId" clId="{3834B99D-CB61-4358-B4D0-BB2DDD8C6302}" dt="2018-10-29T12:18:06.015" v="2454" actId="1076"/>
          <ac:picMkLst>
            <pc:docMk/>
            <pc:sldMk cId="3223240780" sldId="534"/>
            <ac:picMk id="2" creationId="{E521218A-084B-45AC-A75B-A620ECC24CCF}"/>
          </ac:picMkLst>
        </pc:picChg>
        <pc:picChg chg="add mod">
          <ac:chgData name="Goutham Makkena" userId="ee2210368fc1934b" providerId="LiveId" clId="{3834B99D-CB61-4358-B4D0-BB2DDD8C6302}" dt="2018-10-29T12:18:21.407" v="2456" actId="1076"/>
          <ac:picMkLst>
            <pc:docMk/>
            <pc:sldMk cId="3223240780" sldId="534"/>
            <ac:picMk id="3" creationId="{34B705EB-C652-4A73-866C-F6D5C86698C0}"/>
          </ac:picMkLst>
        </pc:picChg>
        <pc:picChg chg="add mod">
          <ac:chgData name="Goutham Makkena" userId="ee2210368fc1934b" providerId="LiveId" clId="{3834B99D-CB61-4358-B4D0-BB2DDD8C6302}" dt="2018-10-29T12:18:43.723" v="2460" actId="1076"/>
          <ac:picMkLst>
            <pc:docMk/>
            <pc:sldMk cId="3223240780" sldId="534"/>
            <ac:picMk id="4" creationId="{3CA6E7BC-0597-4BF9-BE78-687493FD8151}"/>
          </ac:picMkLst>
        </pc:picChg>
        <pc:picChg chg="add del">
          <ac:chgData name="Goutham Makkena" userId="ee2210368fc1934b" providerId="LiveId" clId="{3834B99D-CB61-4358-B4D0-BB2DDD8C6302}" dt="2018-10-29T14:01:59.026" v="2463"/>
          <ac:picMkLst>
            <pc:docMk/>
            <pc:sldMk cId="3223240780" sldId="534"/>
            <ac:picMk id="5" creationId="{8A93807D-D30F-44C2-A465-2D37EA2646E5}"/>
          </ac:picMkLst>
        </pc:picChg>
        <pc:picChg chg="mod">
          <ac:chgData name="Goutham Makkena" userId="ee2210368fc1934b" providerId="LiveId" clId="{3834B99D-CB61-4358-B4D0-BB2DDD8C6302}" dt="2018-10-29T12:16:25.068" v="2452" actId="1076"/>
          <ac:picMkLst>
            <pc:docMk/>
            <pc:sldMk cId="3223240780" sldId="534"/>
            <ac:picMk id="8" creationId="{44E72D26-BDB1-4255-8E19-5D5FA86EC267}"/>
          </ac:picMkLst>
        </pc:picChg>
        <pc:picChg chg="add mod">
          <ac:chgData name="Goutham Makkena" userId="ee2210368fc1934b" providerId="LiveId" clId="{3834B99D-CB61-4358-B4D0-BB2DDD8C6302}" dt="2018-10-29T15:05:59.676" v="2760" actId="14100"/>
          <ac:picMkLst>
            <pc:docMk/>
            <pc:sldMk cId="3223240780" sldId="534"/>
            <ac:picMk id="11" creationId="{D4ED747A-73E4-4E51-83FE-3017F103480C}"/>
          </ac:picMkLst>
        </pc:picChg>
      </pc:sldChg>
      <pc:sldChg chg="addSp delSp modSp add modAnim">
        <pc:chgData name="Goutham Makkena" userId="ee2210368fc1934b" providerId="LiveId" clId="{3834B99D-CB61-4358-B4D0-BB2DDD8C6302}" dt="2018-10-29T14:12:32.538" v="2577"/>
        <pc:sldMkLst>
          <pc:docMk/>
          <pc:sldMk cId="1823947912" sldId="535"/>
        </pc:sldMkLst>
        <pc:spChg chg="add mod">
          <ac:chgData name="Goutham Makkena" userId="ee2210368fc1934b" providerId="LiveId" clId="{3834B99D-CB61-4358-B4D0-BB2DDD8C6302}" dt="2018-10-29T14:04:47.047" v="2514" actId="14100"/>
          <ac:spMkLst>
            <pc:docMk/>
            <pc:sldMk cId="1823947912" sldId="535"/>
            <ac:spMk id="9" creationId="{6B2D8E22-B630-4232-885C-969949C2F3E9}"/>
          </ac:spMkLst>
        </pc:spChg>
        <pc:spChg chg="add mod">
          <ac:chgData name="Goutham Makkena" userId="ee2210368fc1934b" providerId="LiveId" clId="{3834B99D-CB61-4358-B4D0-BB2DDD8C6302}" dt="2018-10-29T14:04:40.906" v="2513" actId="20577"/>
          <ac:spMkLst>
            <pc:docMk/>
            <pc:sldMk cId="1823947912" sldId="535"/>
            <ac:spMk id="11" creationId="{2B77F17F-D860-40AB-A646-EB026371E811}"/>
          </ac:spMkLst>
        </pc:spChg>
        <pc:spChg chg="add mod">
          <ac:chgData name="Goutham Makkena" userId="ee2210368fc1934b" providerId="LiveId" clId="{3834B99D-CB61-4358-B4D0-BB2DDD8C6302}" dt="2018-10-29T14:05:04.314" v="2520" actId="20577"/>
          <ac:spMkLst>
            <pc:docMk/>
            <pc:sldMk cId="1823947912" sldId="535"/>
            <ac:spMk id="13" creationId="{14BD2161-F89E-4A70-8B4A-FEA86FF334CF}"/>
          </ac:spMkLst>
        </pc:spChg>
        <pc:spChg chg="add mod">
          <ac:chgData name="Goutham Makkena" userId="ee2210368fc1934b" providerId="LiveId" clId="{3834B99D-CB61-4358-B4D0-BB2DDD8C6302}" dt="2018-10-29T14:08:40.192" v="2542" actId="6549"/>
          <ac:spMkLst>
            <pc:docMk/>
            <pc:sldMk cId="1823947912" sldId="535"/>
            <ac:spMk id="16" creationId="{7A189EF2-F7D9-428E-80E4-564761B8FA51}"/>
          </ac:spMkLst>
        </pc:spChg>
        <pc:spChg chg="add del">
          <ac:chgData name="Goutham Makkena" userId="ee2210368fc1934b" providerId="LiveId" clId="{3834B99D-CB61-4358-B4D0-BB2DDD8C6302}" dt="2018-10-29T14:08:58.663" v="2546" actId="478"/>
          <ac:spMkLst>
            <pc:docMk/>
            <pc:sldMk cId="1823947912" sldId="535"/>
            <ac:spMk id="17" creationId="{4607383D-CEF4-4A7E-ACA2-91D6BA875FC1}"/>
          </ac:spMkLst>
        </pc:spChg>
        <pc:spChg chg="add mod">
          <ac:chgData name="Goutham Makkena" userId="ee2210368fc1934b" providerId="LiveId" clId="{3834B99D-CB61-4358-B4D0-BB2DDD8C6302}" dt="2018-10-29T14:08:56.413" v="2545" actId="20577"/>
          <ac:spMkLst>
            <pc:docMk/>
            <pc:sldMk cId="1823947912" sldId="535"/>
            <ac:spMk id="18" creationId="{4F6090AF-EFB8-4A63-91E6-D4B2A092E299}"/>
          </ac:spMkLst>
        </pc:spChg>
        <pc:spChg chg="add mod">
          <ac:chgData name="Goutham Makkena" userId="ee2210368fc1934b" providerId="LiveId" clId="{3834B99D-CB61-4358-B4D0-BB2DDD8C6302}" dt="2018-10-29T14:11:17.359" v="2555" actId="20577"/>
          <ac:spMkLst>
            <pc:docMk/>
            <pc:sldMk cId="1823947912" sldId="535"/>
            <ac:spMk id="21" creationId="{8C60E21B-E6FD-4326-A595-425ABC66D665}"/>
          </ac:spMkLst>
        </pc:spChg>
        <pc:picChg chg="mod">
          <ac:chgData name="Goutham Makkena" userId="ee2210368fc1934b" providerId="LiveId" clId="{3834B99D-CB61-4358-B4D0-BB2DDD8C6302}" dt="2018-10-29T14:02:18.497" v="2471" actId="1076"/>
          <ac:picMkLst>
            <pc:docMk/>
            <pc:sldMk cId="1823947912" sldId="535"/>
            <ac:picMk id="2" creationId="{E521218A-084B-45AC-A75B-A620ECC24CCF}"/>
          </ac:picMkLst>
        </pc:picChg>
        <pc:picChg chg="mod">
          <ac:chgData name="Goutham Makkena" userId="ee2210368fc1934b" providerId="LiveId" clId="{3834B99D-CB61-4358-B4D0-BB2DDD8C6302}" dt="2018-10-29T14:02:18.497" v="2471" actId="1076"/>
          <ac:picMkLst>
            <pc:docMk/>
            <pc:sldMk cId="1823947912" sldId="535"/>
            <ac:picMk id="3" creationId="{34B705EB-C652-4A73-866C-F6D5C86698C0}"/>
          </ac:picMkLst>
        </pc:picChg>
        <pc:picChg chg="mod">
          <ac:chgData name="Goutham Makkena" userId="ee2210368fc1934b" providerId="LiveId" clId="{3834B99D-CB61-4358-B4D0-BB2DDD8C6302}" dt="2018-10-29T14:02:18.497" v="2471" actId="1076"/>
          <ac:picMkLst>
            <pc:docMk/>
            <pc:sldMk cId="1823947912" sldId="535"/>
            <ac:picMk id="4" creationId="{3CA6E7BC-0597-4BF9-BE78-687493FD8151}"/>
          </ac:picMkLst>
        </pc:picChg>
        <pc:picChg chg="add mod">
          <ac:chgData name="Goutham Makkena" userId="ee2210368fc1934b" providerId="LiveId" clId="{3834B99D-CB61-4358-B4D0-BB2DDD8C6302}" dt="2018-10-29T14:03:14.676" v="2494" actId="1076"/>
          <ac:picMkLst>
            <pc:docMk/>
            <pc:sldMk cId="1823947912" sldId="535"/>
            <ac:picMk id="5" creationId="{7289387D-B852-4C92-9082-B139AF989935}"/>
          </ac:picMkLst>
        </pc:picChg>
        <pc:picChg chg="add mod">
          <ac:chgData name="Goutham Makkena" userId="ee2210368fc1934b" providerId="LiveId" clId="{3834B99D-CB61-4358-B4D0-BB2DDD8C6302}" dt="2018-10-29T14:04:00.776" v="2498" actId="1076"/>
          <ac:picMkLst>
            <pc:docMk/>
            <pc:sldMk cId="1823947912" sldId="535"/>
            <ac:picMk id="6" creationId="{62AC40B8-4F92-4383-91DE-90F9D578033E}"/>
          </ac:picMkLst>
        </pc:picChg>
        <pc:picChg chg="add mod">
          <ac:chgData name="Goutham Makkena" userId="ee2210368fc1934b" providerId="LiveId" clId="{3834B99D-CB61-4358-B4D0-BB2DDD8C6302}" dt="2018-10-29T14:05:57.133" v="2522" actId="1076"/>
          <ac:picMkLst>
            <pc:docMk/>
            <pc:sldMk cId="1823947912" sldId="535"/>
            <ac:picMk id="7" creationId="{34D468B6-4615-4E57-B981-D77F4346439E}"/>
          </ac:picMkLst>
        </pc:picChg>
        <pc:picChg chg="del">
          <ac:chgData name="Goutham Makkena" userId="ee2210368fc1934b" providerId="LiveId" clId="{3834B99D-CB61-4358-B4D0-BB2DDD8C6302}" dt="2018-10-29T14:02:10.590" v="2467" actId="478"/>
          <ac:picMkLst>
            <pc:docMk/>
            <pc:sldMk cId="1823947912" sldId="535"/>
            <ac:picMk id="8" creationId="{44E72D26-BDB1-4255-8E19-5D5FA86EC267}"/>
          </ac:picMkLst>
        </pc:picChg>
        <pc:picChg chg="add mod">
          <ac:chgData name="Goutham Makkena" userId="ee2210368fc1934b" providerId="LiveId" clId="{3834B99D-CB61-4358-B4D0-BB2DDD8C6302}" dt="2018-10-29T14:06:51.872" v="2528" actId="1076"/>
          <ac:picMkLst>
            <pc:docMk/>
            <pc:sldMk cId="1823947912" sldId="535"/>
            <ac:picMk id="14" creationId="{21A7F2D3-71B1-4758-9FC1-95BB55F752AD}"/>
          </ac:picMkLst>
        </pc:picChg>
        <pc:picChg chg="add mod">
          <ac:chgData name="Goutham Makkena" userId="ee2210368fc1934b" providerId="LiveId" clId="{3834B99D-CB61-4358-B4D0-BB2DDD8C6302}" dt="2018-10-29T14:08:15.269" v="2537" actId="1076"/>
          <ac:picMkLst>
            <pc:docMk/>
            <pc:sldMk cId="1823947912" sldId="535"/>
            <ac:picMk id="15" creationId="{A1A7B94F-C188-475B-9825-123CC1684BD7}"/>
          </ac:picMkLst>
        </pc:picChg>
        <pc:picChg chg="add mod">
          <ac:chgData name="Goutham Makkena" userId="ee2210368fc1934b" providerId="LiveId" clId="{3834B99D-CB61-4358-B4D0-BB2DDD8C6302}" dt="2018-10-29T14:10:50.385" v="2548" actId="1076"/>
          <ac:picMkLst>
            <pc:docMk/>
            <pc:sldMk cId="1823947912" sldId="535"/>
            <ac:picMk id="19" creationId="{C232B9F4-0FF6-4134-85AB-BD217428BEF6}"/>
          </ac:picMkLst>
        </pc:picChg>
        <pc:picChg chg="add mod">
          <ac:chgData name="Goutham Makkena" userId="ee2210368fc1934b" providerId="LiveId" clId="{3834B99D-CB61-4358-B4D0-BB2DDD8C6302}" dt="2018-10-29T14:11:04.152" v="2550" actId="1076"/>
          <ac:picMkLst>
            <pc:docMk/>
            <pc:sldMk cId="1823947912" sldId="535"/>
            <ac:picMk id="20" creationId="{7C71861F-9FC7-4960-BD8B-BE6E77E08D52}"/>
          </ac:picMkLst>
        </pc:picChg>
      </pc:sldChg>
      <pc:sldChg chg="addSp delSp modSp add delAnim">
        <pc:chgData name="Goutham Makkena" userId="ee2210368fc1934b" providerId="LiveId" clId="{3834B99D-CB61-4358-B4D0-BB2DDD8C6302}" dt="2018-10-29T14:23:20.801" v="2586" actId="1076"/>
        <pc:sldMkLst>
          <pc:docMk/>
          <pc:sldMk cId="461705480" sldId="536"/>
        </pc:sldMkLst>
        <pc:picChg chg="del">
          <ac:chgData name="Goutham Makkena" userId="ee2210368fc1934b" providerId="LiveId" clId="{3834B99D-CB61-4358-B4D0-BB2DDD8C6302}" dt="2018-10-29T14:22:50.440" v="2582" actId="478"/>
          <ac:picMkLst>
            <pc:docMk/>
            <pc:sldMk cId="461705480" sldId="536"/>
            <ac:picMk id="2" creationId="{E521218A-084B-45AC-A75B-A620ECC24CCF}"/>
          </ac:picMkLst>
        </pc:picChg>
        <pc:picChg chg="del">
          <ac:chgData name="Goutham Makkena" userId="ee2210368fc1934b" providerId="LiveId" clId="{3834B99D-CB61-4358-B4D0-BB2DDD8C6302}" dt="2018-10-29T14:22:50.440" v="2582" actId="478"/>
          <ac:picMkLst>
            <pc:docMk/>
            <pc:sldMk cId="461705480" sldId="536"/>
            <ac:picMk id="3" creationId="{34B705EB-C652-4A73-866C-F6D5C86698C0}"/>
          </ac:picMkLst>
        </pc:picChg>
        <pc:picChg chg="del">
          <ac:chgData name="Goutham Makkena" userId="ee2210368fc1934b" providerId="LiveId" clId="{3834B99D-CB61-4358-B4D0-BB2DDD8C6302}" dt="2018-10-29T14:22:50.440" v="2582" actId="478"/>
          <ac:picMkLst>
            <pc:docMk/>
            <pc:sldMk cId="461705480" sldId="536"/>
            <ac:picMk id="4" creationId="{3CA6E7BC-0597-4BF9-BE78-687493FD8151}"/>
          </ac:picMkLst>
        </pc:picChg>
        <pc:picChg chg="add mod">
          <ac:chgData name="Goutham Makkena" userId="ee2210368fc1934b" providerId="LiveId" clId="{3834B99D-CB61-4358-B4D0-BB2DDD8C6302}" dt="2018-10-29T14:23:20.801" v="2586" actId="1076"/>
          <ac:picMkLst>
            <pc:docMk/>
            <pc:sldMk cId="461705480" sldId="536"/>
            <ac:picMk id="5" creationId="{EBA33D03-2EA4-4C79-B420-CF7115100774}"/>
          </ac:picMkLst>
        </pc:picChg>
        <pc:picChg chg="del">
          <ac:chgData name="Goutham Makkena" userId="ee2210368fc1934b" providerId="LiveId" clId="{3834B99D-CB61-4358-B4D0-BB2DDD8C6302}" dt="2018-10-29T14:22:48.924" v="2581" actId="478"/>
          <ac:picMkLst>
            <pc:docMk/>
            <pc:sldMk cId="461705480" sldId="536"/>
            <ac:picMk id="8" creationId="{44E72D26-BDB1-4255-8E19-5D5FA86EC267}"/>
          </ac:picMkLst>
        </pc:picChg>
      </pc:sldChg>
      <pc:sldChg chg="addSp delSp modSp add modAnim">
        <pc:chgData name="Goutham Makkena" userId="ee2210368fc1934b" providerId="LiveId" clId="{3834B99D-CB61-4358-B4D0-BB2DDD8C6302}" dt="2018-10-29T14:35:55.867" v="2604"/>
        <pc:sldMkLst>
          <pc:docMk/>
          <pc:sldMk cId="2363835390" sldId="537"/>
        </pc:sldMkLst>
        <pc:spChg chg="add mod">
          <ac:chgData name="Goutham Makkena" userId="ee2210368fc1934b" providerId="LiveId" clId="{3834B99D-CB61-4358-B4D0-BB2DDD8C6302}" dt="2018-10-29T14:31:41.343" v="2602" actId="20577"/>
          <ac:spMkLst>
            <pc:docMk/>
            <pc:sldMk cId="2363835390" sldId="537"/>
            <ac:spMk id="6" creationId="{4995E2A4-4423-4351-89A4-75F9D9B74D6A}"/>
          </ac:spMkLst>
        </pc:spChg>
        <pc:spChg chg="add del">
          <ac:chgData name="Goutham Makkena" userId="ee2210368fc1934b" providerId="LiveId" clId="{3834B99D-CB61-4358-B4D0-BB2DDD8C6302}" dt="2018-10-29T14:35:55.867" v="2604"/>
          <ac:spMkLst>
            <pc:docMk/>
            <pc:sldMk cId="2363835390" sldId="537"/>
            <ac:spMk id="7" creationId="{B0249882-CC19-4E30-8CB7-E3684A49A6AB}"/>
          </ac:spMkLst>
        </pc:spChg>
        <pc:picChg chg="add mod">
          <ac:chgData name="Goutham Makkena" userId="ee2210368fc1934b" providerId="LiveId" clId="{3834B99D-CB61-4358-B4D0-BB2DDD8C6302}" dt="2018-10-29T14:31:11.198" v="2592" actId="1076"/>
          <ac:picMkLst>
            <pc:docMk/>
            <pc:sldMk cId="2363835390" sldId="537"/>
            <ac:picMk id="2" creationId="{124AA69C-6553-4241-8004-5F273C0C7FAB}"/>
          </ac:picMkLst>
        </pc:picChg>
        <pc:picChg chg="del">
          <ac:chgData name="Goutham Makkena" userId="ee2210368fc1934b" providerId="LiveId" clId="{3834B99D-CB61-4358-B4D0-BB2DDD8C6302}" dt="2018-10-29T14:30:57.775" v="2590" actId="478"/>
          <ac:picMkLst>
            <pc:docMk/>
            <pc:sldMk cId="2363835390" sldId="537"/>
            <ac:picMk id="5" creationId="{EBA33D03-2EA4-4C79-B420-CF7115100774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9T14:37:29.844" v="2624"/>
        <pc:sldMkLst>
          <pc:docMk/>
          <pc:sldMk cId="3817899600" sldId="538"/>
        </pc:sldMkLst>
        <pc:spChg chg="del">
          <ac:chgData name="Goutham Makkena" userId="ee2210368fc1934b" providerId="LiveId" clId="{3834B99D-CB61-4358-B4D0-BB2DDD8C6302}" dt="2018-10-29T14:36:04.384" v="2608" actId="478"/>
          <ac:spMkLst>
            <pc:docMk/>
            <pc:sldMk cId="3817899600" sldId="538"/>
            <ac:spMk id="6" creationId="{4995E2A4-4423-4351-89A4-75F9D9B74D6A}"/>
          </ac:spMkLst>
        </pc:spChg>
        <pc:picChg chg="mod">
          <ac:chgData name="Goutham Makkena" userId="ee2210368fc1934b" providerId="LiveId" clId="{3834B99D-CB61-4358-B4D0-BB2DDD8C6302}" dt="2018-10-29T14:36:10.478" v="2612" actId="1076"/>
          <ac:picMkLst>
            <pc:docMk/>
            <pc:sldMk cId="3817899600" sldId="538"/>
            <ac:picMk id="2" creationId="{124AA69C-6553-4241-8004-5F273C0C7FAB}"/>
          </ac:picMkLst>
        </pc:picChg>
        <pc:picChg chg="add mod">
          <ac:chgData name="Goutham Makkena" userId="ee2210368fc1934b" providerId="LiveId" clId="{3834B99D-CB61-4358-B4D0-BB2DDD8C6302}" dt="2018-10-29T14:36:34.589" v="2614" actId="1076"/>
          <ac:picMkLst>
            <pc:docMk/>
            <pc:sldMk cId="3817899600" sldId="538"/>
            <ac:picMk id="3" creationId="{07881EF0-4EDC-426C-9FD3-F30E49B66C16}"/>
          </ac:picMkLst>
        </pc:picChg>
        <pc:picChg chg="add mod">
          <ac:chgData name="Goutham Makkena" userId="ee2210368fc1934b" providerId="LiveId" clId="{3834B99D-CB61-4358-B4D0-BB2DDD8C6302}" dt="2018-10-29T14:36:49.465" v="2616" actId="1076"/>
          <ac:picMkLst>
            <pc:docMk/>
            <pc:sldMk cId="3817899600" sldId="538"/>
            <ac:picMk id="4" creationId="{084C3E09-D33A-4E99-AB83-330E8A177A1F}"/>
          </ac:picMkLst>
        </pc:picChg>
        <pc:picChg chg="add mod">
          <ac:chgData name="Goutham Makkena" userId="ee2210368fc1934b" providerId="LiveId" clId="{3834B99D-CB61-4358-B4D0-BB2DDD8C6302}" dt="2018-10-29T14:37:01.138" v="2618" actId="1076"/>
          <ac:picMkLst>
            <pc:docMk/>
            <pc:sldMk cId="3817899600" sldId="538"/>
            <ac:picMk id="5" creationId="{20BFB9B6-9440-4D4C-B6A4-D5B951B5C0C6}"/>
          </ac:picMkLst>
        </pc:picChg>
        <pc:picChg chg="add mod">
          <ac:chgData name="Goutham Makkena" userId="ee2210368fc1934b" providerId="LiveId" clId="{3834B99D-CB61-4358-B4D0-BB2DDD8C6302}" dt="2018-10-29T14:37:15.639" v="2620" actId="1076"/>
          <ac:picMkLst>
            <pc:docMk/>
            <pc:sldMk cId="3817899600" sldId="538"/>
            <ac:picMk id="7" creationId="{BE5EE2CF-540F-4D1F-A97D-1EDAE94EE8DB}"/>
          </ac:picMkLst>
        </pc:picChg>
      </pc:sldChg>
      <pc:sldChg chg="addSp delSp modSp add modAnim">
        <pc:chgData name="Goutham Makkena" userId="ee2210368fc1934b" providerId="LiveId" clId="{3834B99D-CB61-4358-B4D0-BB2DDD8C6302}" dt="2018-10-29T14:50:13.095" v="2755"/>
        <pc:sldMkLst>
          <pc:docMk/>
          <pc:sldMk cId="2390789973" sldId="539"/>
        </pc:sldMkLst>
        <pc:spChg chg="add mod">
          <ac:chgData name="Goutham Makkena" userId="ee2210368fc1934b" providerId="LiveId" clId="{3834B99D-CB61-4358-B4D0-BB2DDD8C6302}" dt="2018-10-29T14:42:49.149" v="2675" actId="1076"/>
          <ac:spMkLst>
            <pc:docMk/>
            <pc:sldMk cId="2390789973" sldId="539"/>
            <ac:spMk id="9" creationId="{5E903CAB-8E83-4C7B-BCF9-230401BAA478}"/>
          </ac:spMkLst>
        </pc:spChg>
        <pc:spChg chg="add mod">
          <ac:chgData name="Goutham Makkena" userId="ee2210368fc1934b" providerId="LiveId" clId="{3834B99D-CB61-4358-B4D0-BB2DDD8C6302}" dt="2018-10-29T14:46:22.731" v="2706" actId="255"/>
          <ac:spMkLst>
            <pc:docMk/>
            <pc:sldMk cId="2390789973" sldId="539"/>
            <ac:spMk id="14" creationId="{2107D416-4213-43A1-9556-63E17629E731}"/>
          </ac:spMkLst>
        </pc:spChg>
        <pc:spChg chg="add mod">
          <ac:chgData name="Goutham Makkena" userId="ee2210368fc1934b" providerId="LiveId" clId="{3834B99D-CB61-4358-B4D0-BB2DDD8C6302}" dt="2018-10-29T14:43:29.590" v="2684" actId="6549"/>
          <ac:spMkLst>
            <pc:docMk/>
            <pc:sldMk cId="2390789973" sldId="539"/>
            <ac:spMk id="15" creationId="{710DAFBA-A8A8-45C1-8198-877BB9356AC6}"/>
          </ac:spMkLst>
        </pc:spChg>
        <pc:spChg chg="add mod">
          <ac:chgData name="Goutham Makkena" userId="ee2210368fc1934b" providerId="LiveId" clId="{3834B99D-CB61-4358-B4D0-BB2DDD8C6302}" dt="2018-10-29T14:46:32.841" v="2708" actId="1076"/>
          <ac:spMkLst>
            <pc:docMk/>
            <pc:sldMk cId="2390789973" sldId="539"/>
            <ac:spMk id="20" creationId="{AC3977A7-DAF9-4F7D-8999-DF116B69A8C8}"/>
          </ac:spMkLst>
        </pc:spChg>
        <pc:spChg chg="add mod">
          <ac:chgData name="Goutham Makkena" userId="ee2210368fc1934b" providerId="LiveId" clId="{3834B99D-CB61-4358-B4D0-BB2DDD8C6302}" dt="2018-10-29T14:46:57.920" v="2711" actId="20577"/>
          <ac:spMkLst>
            <pc:docMk/>
            <pc:sldMk cId="2390789973" sldId="539"/>
            <ac:spMk id="21" creationId="{2A0DCC87-39C4-4AAF-9F05-6B9F3E3E6260}"/>
          </ac:spMkLst>
        </pc:spChg>
        <pc:spChg chg="add mod">
          <ac:chgData name="Goutham Makkena" userId="ee2210368fc1934b" providerId="LiveId" clId="{3834B99D-CB61-4358-B4D0-BB2DDD8C6302}" dt="2018-10-29T14:48:22.304" v="2722" actId="20577"/>
          <ac:spMkLst>
            <pc:docMk/>
            <pc:sldMk cId="2390789973" sldId="539"/>
            <ac:spMk id="24" creationId="{5DA2F7C0-2713-4297-A387-EE3A3CB55C02}"/>
          </ac:spMkLst>
        </pc:spChg>
        <pc:picChg chg="del">
          <ac:chgData name="Goutham Makkena" userId="ee2210368fc1934b" providerId="LiveId" clId="{3834B99D-CB61-4358-B4D0-BB2DDD8C6302}" dt="2018-10-29T14:38:11.019" v="2628" actId="478"/>
          <ac:picMkLst>
            <pc:docMk/>
            <pc:sldMk cId="2390789973" sldId="539"/>
            <ac:picMk id="2" creationId="{124AA69C-6553-4241-8004-5F273C0C7FAB}"/>
          </ac:picMkLst>
        </pc:picChg>
        <pc:picChg chg="mod">
          <ac:chgData name="Goutham Makkena" userId="ee2210368fc1934b" providerId="LiveId" clId="{3834B99D-CB61-4358-B4D0-BB2DDD8C6302}" dt="2018-10-29T14:38:17.613" v="2633" actId="1076"/>
          <ac:picMkLst>
            <pc:docMk/>
            <pc:sldMk cId="2390789973" sldId="539"/>
            <ac:picMk id="3" creationId="{07881EF0-4EDC-426C-9FD3-F30E49B66C16}"/>
          </ac:picMkLst>
        </pc:picChg>
        <pc:picChg chg="mod">
          <ac:chgData name="Goutham Makkena" userId="ee2210368fc1934b" providerId="LiveId" clId="{3834B99D-CB61-4358-B4D0-BB2DDD8C6302}" dt="2018-10-29T14:38:17.613" v="2633" actId="1076"/>
          <ac:picMkLst>
            <pc:docMk/>
            <pc:sldMk cId="2390789973" sldId="539"/>
            <ac:picMk id="4" creationId="{084C3E09-D33A-4E99-AB83-330E8A177A1F}"/>
          </ac:picMkLst>
        </pc:picChg>
        <pc:picChg chg="mod">
          <ac:chgData name="Goutham Makkena" userId="ee2210368fc1934b" providerId="LiveId" clId="{3834B99D-CB61-4358-B4D0-BB2DDD8C6302}" dt="2018-10-29T14:38:17.613" v="2633" actId="1076"/>
          <ac:picMkLst>
            <pc:docMk/>
            <pc:sldMk cId="2390789973" sldId="539"/>
            <ac:picMk id="5" creationId="{20BFB9B6-9440-4D4C-B6A4-D5B951B5C0C6}"/>
          </ac:picMkLst>
        </pc:picChg>
        <pc:picChg chg="add mod">
          <ac:chgData name="Goutham Makkena" userId="ee2210368fc1934b" providerId="LiveId" clId="{3834B99D-CB61-4358-B4D0-BB2DDD8C6302}" dt="2018-10-29T14:42:52.289" v="2676" actId="1076"/>
          <ac:picMkLst>
            <pc:docMk/>
            <pc:sldMk cId="2390789973" sldId="539"/>
            <ac:picMk id="6" creationId="{B07C08B5-5008-40D8-A28F-623C0D3FB3BC}"/>
          </ac:picMkLst>
        </pc:picChg>
        <pc:picChg chg="mod">
          <ac:chgData name="Goutham Makkena" userId="ee2210368fc1934b" providerId="LiveId" clId="{3834B99D-CB61-4358-B4D0-BB2DDD8C6302}" dt="2018-10-29T14:38:17.613" v="2633" actId="1076"/>
          <ac:picMkLst>
            <pc:docMk/>
            <pc:sldMk cId="2390789973" sldId="539"/>
            <ac:picMk id="7" creationId="{BE5EE2CF-540F-4D1F-A97D-1EDAE94EE8DB}"/>
          </ac:picMkLst>
        </pc:picChg>
        <pc:picChg chg="add mod">
          <ac:chgData name="Goutham Makkena" userId="ee2210368fc1934b" providerId="LiveId" clId="{3834B99D-CB61-4358-B4D0-BB2DDD8C6302}" dt="2018-10-29T14:42:56.430" v="2677" actId="1076"/>
          <ac:picMkLst>
            <pc:docMk/>
            <pc:sldMk cId="2390789973" sldId="539"/>
            <ac:picMk id="8" creationId="{A51BB014-1F4B-4907-8260-4B3D87CB1971}"/>
          </ac:picMkLst>
        </pc:picChg>
        <pc:picChg chg="add mod">
          <ac:chgData name="Goutham Makkena" userId="ee2210368fc1934b" providerId="LiveId" clId="{3834B99D-CB61-4358-B4D0-BB2DDD8C6302}" dt="2018-10-29T14:43:04.275" v="2679" actId="1076"/>
          <ac:picMkLst>
            <pc:docMk/>
            <pc:sldMk cId="2390789973" sldId="539"/>
            <ac:picMk id="11" creationId="{7EEEC516-CE70-447E-B682-712A10FB3721}"/>
          </ac:picMkLst>
        </pc:picChg>
        <pc:picChg chg="add mod">
          <ac:chgData name="Goutham Makkena" userId="ee2210368fc1934b" providerId="LiveId" clId="{3834B99D-CB61-4358-B4D0-BB2DDD8C6302}" dt="2018-10-29T14:42:59.743" v="2678" actId="1076"/>
          <ac:picMkLst>
            <pc:docMk/>
            <pc:sldMk cId="2390789973" sldId="539"/>
            <ac:picMk id="13" creationId="{98E73510-EB67-4E6F-BE82-A6B996966C52}"/>
          </ac:picMkLst>
        </pc:picChg>
        <pc:picChg chg="add mod">
          <ac:chgData name="Goutham Makkena" userId="ee2210368fc1934b" providerId="LiveId" clId="{3834B99D-CB61-4358-B4D0-BB2DDD8C6302}" dt="2018-10-29T14:44:28.985" v="2686" actId="1076"/>
          <ac:picMkLst>
            <pc:docMk/>
            <pc:sldMk cId="2390789973" sldId="539"/>
            <ac:picMk id="16" creationId="{F268697E-8D29-4956-802D-581957B1BE44}"/>
          </ac:picMkLst>
        </pc:picChg>
        <pc:picChg chg="add mod">
          <ac:chgData name="Goutham Makkena" userId="ee2210368fc1934b" providerId="LiveId" clId="{3834B99D-CB61-4358-B4D0-BB2DDD8C6302}" dt="2018-10-29T14:44:44.361" v="2688" actId="1076"/>
          <ac:picMkLst>
            <pc:docMk/>
            <pc:sldMk cId="2390789973" sldId="539"/>
            <ac:picMk id="17" creationId="{9205E97E-5C84-487E-A27C-21465E540679}"/>
          </ac:picMkLst>
        </pc:picChg>
        <pc:picChg chg="add mod">
          <ac:chgData name="Goutham Makkena" userId="ee2210368fc1934b" providerId="LiveId" clId="{3834B99D-CB61-4358-B4D0-BB2DDD8C6302}" dt="2018-10-29T14:45:06.911" v="2691" actId="1076"/>
          <ac:picMkLst>
            <pc:docMk/>
            <pc:sldMk cId="2390789973" sldId="539"/>
            <ac:picMk id="18" creationId="{496110BE-3FED-4D90-B5C7-246DD2FDFE8C}"/>
          </ac:picMkLst>
        </pc:picChg>
        <pc:picChg chg="add mod">
          <ac:chgData name="Goutham Makkena" userId="ee2210368fc1934b" providerId="LiveId" clId="{3834B99D-CB61-4358-B4D0-BB2DDD8C6302}" dt="2018-10-29T14:45:18.163" v="2693" actId="1076"/>
          <ac:picMkLst>
            <pc:docMk/>
            <pc:sldMk cId="2390789973" sldId="539"/>
            <ac:picMk id="19" creationId="{084D84F6-C91F-4CFF-B2A7-2B1A43428505}"/>
          </ac:picMkLst>
        </pc:picChg>
        <pc:picChg chg="add mod">
          <ac:chgData name="Goutham Makkena" userId="ee2210368fc1934b" providerId="LiveId" clId="{3834B99D-CB61-4358-B4D0-BB2DDD8C6302}" dt="2018-10-29T14:47:59.535" v="2713" actId="1076"/>
          <ac:picMkLst>
            <pc:docMk/>
            <pc:sldMk cId="2390789973" sldId="539"/>
            <ac:picMk id="22" creationId="{B1596DCC-0D17-4A11-8CAD-DD567834C0C9}"/>
          </ac:picMkLst>
        </pc:picChg>
        <pc:picChg chg="add mod">
          <ac:chgData name="Goutham Makkena" userId="ee2210368fc1934b" providerId="LiveId" clId="{3834B99D-CB61-4358-B4D0-BB2DDD8C6302}" dt="2018-10-29T14:48:07.974" v="2715" actId="1076"/>
          <ac:picMkLst>
            <pc:docMk/>
            <pc:sldMk cId="2390789973" sldId="539"/>
            <ac:picMk id="23" creationId="{CD61FFBC-DC26-4612-9E7A-102E0E65C92F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9T16:21:31.388" v="3386" actId="20577"/>
        <pc:sldMkLst>
          <pc:docMk/>
          <pc:sldMk cId="1072775476" sldId="540"/>
        </pc:sldMkLst>
        <pc:spChg chg="add mod">
          <ac:chgData name="Goutham Makkena" userId="ee2210368fc1934b" providerId="LiveId" clId="{3834B99D-CB61-4358-B4D0-BB2DDD8C6302}" dt="2018-10-29T16:13:41.679" v="2959" actId="20577"/>
          <ac:spMkLst>
            <pc:docMk/>
            <pc:sldMk cId="1072775476" sldId="540"/>
            <ac:spMk id="9" creationId="{E2478878-DFDC-4C6B-93EE-286CB56E955E}"/>
          </ac:spMkLst>
        </pc:spChg>
        <pc:spChg chg="add mod">
          <ac:chgData name="Goutham Makkena" userId="ee2210368fc1934b" providerId="LiveId" clId="{3834B99D-CB61-4358-B4D0-BB2DDD8C6302}" dt="2018-10-29T16:16:25.173" v="3313" actId="20577"/>
          <ac:spMkLst>
            <pc:docMk/>
            <pc:sldMk cId="1072775476" sldId="540"/>
            <ac:spMk id="11" creationId="{2734B6BD-377B-41A2-8A27-807E13C3269D}"/>
          </ac:spMkLst>
        </pc:spChg>
        <pc:spChg chg="mod">
          <ac:chgData name="Goutham Makkena" userId="ee2210368fc1934b" providerId="LiveId" clId="{3834B99D-CB61-4358-B4D0-BB2DDD8C6302}" dt="2018-10-29T16:20:10.394" v="3314" actId="1076"/>
          <ac:spMkLst>
            <pc:docMk/>
            <pc:sldMk cId="1072775476" sldId="540"/>
            <ac:spMk id="12" creationId="{00000000-0000-0000-0000-000000000000}"/>
          </ac:spMkLst>
        </pc:spChg>
        <pc:spChg chg="add mod">
          <ac:chgData name="Goutham Makkena" userId="ee2210368fc1934b" providerId="LiveId" clId="{3834B99D-CB61-4358-B4D0-BB2DDD8C6302}" dt="2018-10-29T16:15:53.140" v="3268" actId="20577"/>
          <ac:spMkLst>
            <pc:docMk/>
            <pc:sldMk cId="1072775476" sldId="540"/>
            <ac:spMk id="13" creationId="{68C71913-378F-467A-8197-C83D07E80FCF}"/>
          </ac:spMkLst>
        </pc:spChg>
        <pc:spChg chg="add mod">
          <ac:chgData name="Goutham Makkena" userId="ee2210368fc1934b" providerId="LiveId" clId="{3834B99D-CB61-4358-B4D0-BB2DDD8C6302}" dt="2018-10-29T16:21:31.388" v="3386" actId="20577"/>
          <ac:spMkLst>
            <pc:docMk/>
            <pc:sldMk cId="1072775476" sldId="540"/>
            <ac:spMk id="14" creationId="{1B0BF648-92DF-4DA5-BA78-718F09DAFF5E}"/>
          </ac:spMkLst>
        </pc:spChg>
        <pc:picChg chg="del">
          <ac:chgData name="Goutham Makkena" userId="ee2210368fc1934b" providerId="LiveId" clId="{3834B99D-CB61-4358-B4D0-BB2DDD8C6302}" dt="2018-10-29T16:12:44.981" v="2790" actId="478"/>
          <ac:picMkLst>
            <pc:docMk/>
            <pc:sldMk cId="1072775476" sldId="540"/>
            <ac:picMk id="2" creationId="{124AA69C-6553-4241-8004-5F273C0C7FAB}"/>
          </ac:picMkLst>
        </pc:picChg>
        <pc:picChg chg="del">
          <ac:chgData name="Goutham Makkena" userId="ee2210368fc1934b" providerId="LiveId" clId="{3834B99D-CB61-4358-B4D0-BB2DDD8C6302}" dt="2018-10-29T16:12:47.950" v="2791" actId="478"/>
          <ac:picMkLst>
            <pc:docMk/>
            <pc:sldMk cId="1072775476" sldId="540"/>
            <ac:picMk id="3" creationId="{07881EF0-4EDC-426C-9FD3-F30E49B66C16}"/>
          </ac:picMkLst>
        </pc:picChg>
        <pc:picChg chg="del">
          <ac:chgData name="Goutham Makkena" userId="ee2210368fc1934b" providerId="LiveId" clId="{3834B99D-CB61-4358-B4D0-BB2DDD8C6302}" dt="2018-10-29T16:12:47.950" v="2791" actId="478"/>
          <ac:picMkLst>
            <pc:docMk/>
            <pc:sldMk cId="1072775476" sldId="540"/>
            <ac:picMk id="4" creationId="{084C3E09-D33A-4E99-AB83-330E8A177A1F}"/>
          </ac:picMkLst>
        </pc:picChg>
        <pc:picChg chg="del">
          <ac:chgData name="Goutham Makkena" userId="ee2210368fc1934b" providerId="LiveId" clId="{3834B99D-CB61-4358-B4D0-BB2DDD8C6302}" dt="2018-10-29T16:12:47.950" v="2791" actId="478"/>
          <ac:picMkLst>
            <pc:docMk/>
            <pc:sldMk cId="1072775476" sldId="540"/>
            <ac:picMk id="5" creationId="{20BFB9B6-9440-4D4C-B6A4-D5B951B5C0C6}"/>
          </ac:picMkLst>
        </pc:picChg>
        <pc:picChg chg="del">
          <ac:chgData name="Goutham Makkena" userId="ee2210368fc1934b" providerId="LiveId" clId="{3834B99D-CB61-4358-B4D0-BB2DDD8C6302}" dt="2018-10-29T16:12:47.950" v="2791" actId="478"/>
          <ac:picMkLst>
            <pc:docMk/>
            <pc:sldMk cId="1072775476" sldId="540"/>
            <ac:picMk id="7" creationId="{BE5EE2CF-540F-4D1F-A97D-1EDAE94EE8DB}"/>
          </ac:picMkLst>
        </pc:picChg>
      </pc:sldChg>
      <pc:sldChg chg="addSp delSp modSp add delAnim modAnim">
        <pc:chgData name="Goutham Makkena" userId="ee2210368fc1934b" providerId="LiveId" clId="{3834B99D-CB61-4358-B4D0-BB2DDD8C6302}" dt="2018-10-29T16:44:47.452" v="3819"/>
        <pc:sldMkLst>
          <pc:docMk/>
          <pc:sldMk cId="562337162" sldId="541"/>
        </pc:sldMkLst>
        <pc:spChg chg="mod">
          <ac:chgData name="Goutham Makkena" userId="ee2210368fc1934b" providerId="LiveId" clId="{3834B99D-CB61-4358-B4D0-BB2DDD8C6302}" dt="2018-10-29T16:44:01.371" v="3818"/>
          <ac:spMkLst>
            <pc:docMk/>
            <pc:sldMk cId="562337162" sldId="541"/>
            <ac:spMk id="9" creationId="{E2478878-DFDC-4C6B-93EE-286CB56E955E}"/>
          </ac:spMkLst>
        </pc:spChg>
        <pc:spChg chg="del mod">
          <ac:chgData name="Goutham Makkena" userId="ee2210368fc1934b" providerId="LiveId" clId="{3834B99D-CB61-4358-B4D0-BB2DDD8C6302}" dt="2018-10-29T16:28:10.153" v="3391" actId="478"/>
          <ac:spMkLst>
            <pc:docMk/>
            <pc:sldMk cId="562337162" sldId="541"/>
            <ac:spMk id="11" creationId="{2734B6BD-377B-41A2-8A27-807E13C3269D}"/>
          </ac:spMkLst>
        </pc:spChg>
        <pc:spChg chg="del">
          <ac:chgData name="Goutham Makkena" userId="ee2210368fc1934b" providerId="LiveId" clId="{3834B99D-CB61-4358-B4D0-BB2DDD8C6302}" dt="2018-10-29T16:28:13.122" v="3392" actId="478"/>
          <ac:spMkLst>
            <pc:docMk/>
            <pc:sldMk cId="562337162" sldId="541"/>
            <ac:spMk id="13" creationId="{68C71913-378F-467A-8197-C83D07E80FCF}"/>
          </ac:spMkLst>
        </pc:spChg>
        <pc:spChg chg="del">
          <ac:chgData name="Goutham Makkena" userId="ee2210368fc1934b" providerId="LiveId" clId="{3834B99D-CB61-4358-B4D0-BB2DDD8C6302}" dt="2018-10-29T16:28:14.809" v="3393" actId="478"/>
          <ac:spMkLst>
            <pc:docMk/>
            <pc:sldMk cId="562337162" sldId="541"/>
            <ac:spMk id="14" creationId="{1B0BF648-92DF-4DA5-BA78-718F09DAFF5E}"/>
          </ac:spMkLst>
        </pc:spChg>
        <pc:picChg chg="add mod">
          <ac:chgData name="Goutham Makkena" userId="ee2210368fc1934b" providerId="LiveId" clId="{3834B99D-CB61-4358-B4D0-BB2DDD8C6302}" dt="2018-10-29T16:38:04.714" v="3811" actId="1076"/>
          <ac:picMkLst>
            <pc:docMk/>
            <pc:sldMk cId="562337162" sldId="541"/>
            <ac:picMk id="2" creationId="{D282B7AD-A49E-4B8D-9D20-7D9645FF60C6}"/>
          </ac:picMkLst>
        </pc:picChg>
      </pc:sldChg>
      <pc:sldChg chg="add del setBg">
        <pc:chgData name="Goutham Makkena" userId="ee2210368fc1934b" providerId="LiveId" clId="{3834B99D-CB61-4358-B4D0-BB2DDD8C6302}" dt="2018-10-30T00:37:06.508" v="3821"/>
        <pc:sldMkLst>
          <pc:docMk/>
          <pc:sldMk cId="2647567033" sldId="542"/>
        </pc:sldMkLst>
      </pc:sldChg>
      <pc:sldChg chg="addSp delSp modSp add delAnim">
        <pc:chgData name="Goutham Makkena" userId="ee2210368fc1934b" providerId="LiveId" clId="{3834B99D-CB61-4358-B4D0-BB2DDD8C6302}" dt="2018-10-30T00:39:45.098" v="3837" actId="1076"/>
        <pc:sldMkLst>
          <pc:docMk/>
          <pc:sldMk cId="3268363637" sldId="542"/>
        </pc:sldMkLst>
        <pc:spChg chg="del">
          <ac:chgData name="Goutham Makkena" userId="ee2210368fc1934b" providerId="LiveId" clId="{3834B99D-CB61-4358-B4D0-BB2DDD8C6302}" dt="2018-10-30T00:37:32.840" v="3823" actId="478"/>
          <ac:spMkLst>
            <pc:docMk/>
            <pc:sldMk cId="3268363637" sldId="542"/>
            <ac:spMk id="9" creationId="{E2478878-DFDC-4C6B-93EE-286CB56E955E}"/>
          </ac:spMkLst>
        </pc:spChg>
        <pc:picChg chg="del">
          <ac:chgData name="Goutham Makkena" userId="ee2210368fc1934b" providerId="LiveId" clId="{3834B99D-CB61-4358-B4D0-BB2DDD8C6302}" dt="2018-10-30T00:37:33.527" v="3824" actId="478"/>
          <ac:picMkLst>
            <pc:docMk/>
            <pc:sldMk cId="3268363637" sldId="542"/>
            <ac:picMk id="2" creationId="{D282B7AD-A49E-4B8D-9D20-7D9645FF60C6}"/>
          </ac:picMkLst>
        </pc:picChg>
        <pc:picChg chg="add mod">
          <ac:chgData name="Goutham Makkena" userId="ee2210368fc1934b" providerId="LiveId" clId="{3834B99D-CB61-4358-B4D0-BB2DDD8C6302}" dt="2018-10-30T00:37:51.410" v="3827" actId="1076"/>
          <ac:picMkLst>
            <pc:docMk/>
            <pc:sldMk cId="3268363637" sldId="542"/>
            <ac:picMk id="4" creationId="{B2237A77-2630-45F2-A702-2B263ECD6606}"/>
          </ac:picMkLst>
        </pc:picChg>
        <pc:picChg chg="add mod">
          <ac:chgData name="Goutham Makkena" userId="ee2210368fc1934b" providerId="LiveId" clId="{3834B99D-CB61-4358-B4D0-BB2DDD8C6302}" dt="2018-10-30T00:39:17.057" v="3830" actId="27614"/>
          <ac:picMkLst>
            <pc:docMk/>
            <pc:sldMk cId="3268363637" sldId="542"/>
            <ac:picMk id="6" creationId="{DCB203AB-B887-4416-9E03-286556344042}"/>
          </ac:picMkLst>
        </pc:picChg>
        <pc:picChg chg="add mod">
          <ac:chgData name="Goutham Makkena" userId="ee2210368fc1934b" providerId="LiveId" clId="{3834B99D-CB61-4358-B4D0-BB2DDD8C6302}" dt="2018-10-30T00:39:45.098" v="3837" actId="1076"/>
          <ac:picMkLst>
            <pc:docMk/>
            <pc:sldMk cId="3268363637" sldId="542"/>
            <ac:picMk id="8" creationId="{C5F09522-BF7B-46E8-8752-68EB8173F003}"/>
          </ac:picMkLst>
        </pc:picChg>
      </pc:sldChg>
      <pc:sldChg chg="add del setBg">
        <pc:chgData name="Goutham Makkena" userId="ee2210368fc1934b" providerId="LiveId" clId="{3834B99D-CB61-4358-B4D0-BB2DDD8C6302}" dt="2018-10-30T00:40:02.448" v="3839"/>
        <pc:sldMkLst>
          <pc:docMk/>
          <pc:sldMk cId="4166652333" sldId="543"/>
        </pc:sldMkLst>
      </pc:sldChg>
      <pc:sldChg chg="addSp delSp modSp add modAnim">
        <pc:chgData name="Goutham Makkena" userId="ee2210368fc1934b" providerId="LiveId" clId="{3834B99D-CB61-4358-B4D0-BB2DDD8C6302}" dt="2018-10-30T00:50:19.477" v="4396" actId="1076"/>
        <pc:sldMkLst>
          <pc:docMk/>
          <pc:sldMk cId="4204346402" sldId="543"/>
        </pc:sldMkLst>
        <pc:spChg chg="add mod">
          <ac:chgData name="Goutham Makkena" userId="ee2210368fc1934b" providerId="LiveId" clId="{3834B99D-CB61-4358-B4D0-BB2DDD8C6302}" dt="2018-10-30T00:46:23.150" v="4374" actId="1076"/>
          <ac:spMkLst>
            <pc:docMk/>
            <pc:sldMk cId="4204346402" sldId="543"/>
            <ac:spMk id="7" creationId="{F7B916B9-D86F-44A3-B287-BE15EC7118C9}"/>
          </ac:spMkLst>
        </pc:spChg>
        <pc:spChg chg="add mod">
          <ac:chgData name="Goutham Makkena" userId="ee2210368fc1934b" providerId="LiveId" clId="{3834B99D-CB61-4358-B4D0-BB2DDD8C6302}" dt="2018-10-30T00:46:19.427" v="4373" actId="1076"/>
          <ac:spMkLst>
            <pc:docMk/>
            <pc:sldMk cId="4204346402" sldId="543"/>
            <ac:spMk id="9" creationId="{CF8DDFB6-BCFF-4B2B-9391-0BB80DE11676}"/>
          </ac:spMkLst>
        </pc:spChg>
        <pc:spChg chg="mod">
          <ac:chgData name="Goutham Makkena" userId="ee2210368fc1934b" providerId="LiveId" clId="{3834B99D-CB61-4358-B4D0-BB2DDD8C6302}" dt="2018-10-30T00:40:32.786" v="3880" actId="1076"/>
          <ac:spMkLst>
            <pc:docMk/>
            <pc:sldMk cId="4204346402" sldId="543"/>
            <ac:spMk id="12" creationId="{00000000-0000-0000-0000-000000000000}"/>
          </ac:spMkLst>
        </pc:spChg>
        <pc:picChg chg="add mod">
          <ac:chgData name="Goutham Makkena" userId="ee2210368fc1934b" providerId="LiveId" clId="{3834B99D-CB61-4358-B4D0-BB2DDD8C6302}" dt="2018-10-30T00:50:19.477" v="4396" actId="1076"/>
          <ac:picMkLst>
            <pc:docMk/>
            <pc:sldMk cId="4204346402" sldId="543"/>
            <ac:picMk id="2" creationId="{0C029D26-9660-4017-A28A-E8A74D9EB177}"/>
          </ac:picMkLst>
        </pc:picChg>
        <pc:picChg chg="add mod">
          <ac:chgData name="Goutham Makkena" userId="ee2210368fc1934b" providerId="LiveId" clId="{3834B99D-CB61-4358-B4D0-BB2DDD8C6302}" dt="2018-10-30T00:50:19.477" v="4396" actId="1076"/>
          <ac:picMkLst>
            <pc:docMk/>
            <pc:sldMk cId="4204346402" sldId="543"/>
            <ac:picMk id="3" creationId="{D8445667-F7B1-49F7-B3BB-099B7C80EE1B}"/>
          </ac:picMkLst>
        </pc:picChg>
        <pc:picChg chg="del">
          <ac:chgData name="Goutham Makkena" userId="ee2210368fc1934b" providerId="LiveId" clId="{3834B99D-CB61-4358-B4D0-BB2DDD8C6302}" dt="2018-10-30T00:40:35.499" v="3881" actId="478"/>
          <ac:picMkLst>
            <pc:docMk/>
            <pc:sldMk cId="4204346402" sldId="543"/>
            <ac:picMk id="4" creationId="{B2237A77-2630-45F2-A702-2B263ECD6606}"/>
          </ac:picMkLst>
        </pc:picChg>
        <pc:picChg chg="add mod">
          <ac:chgData name="Goutham Makkena" userId="ee2210368fc1934b" providerId="LiveId" clId="{3834B99D-CB61-4358-B4D0-BB2DDD8C6302}" dt="2018-10-30T00:50:19.477" v="4396" actId="1076"/>
          <ac:picMkLst>
            <pc:docMk/>
            <pc:sldMk cId="4204346402" sldId="543"/>
            <ac:picMk id="5" creationId="{0CEB7890-3DA6-4795-8817-9C3E4D0B3664}"/>
          </ac:picMkLst>
        </pc:picChg>
        <pc:picChg chg="del">
          <ac:chgData name="Goutham Makkena" userId="ee2210368fc1934b" providerId="LiveId" clId="{3834B99D-CB61-4358-B4D0-BB2DDD8C6302}" dt="2018-10-30T00:40:36" v="3882" actId="478"/>
          <ac:picMkLst>
            <pc:docMk/>
            <pc:sldMk cId="4204346402" sldId="543"/>
            <ac:picMk id="6" creationId="{DCB203AB-B887-4416-9E03-286556344042}"/>
          </ac:picMkLst>
        </pc:picChg>
        <pc:picChg chg="del">
          <ac:chgData name="Goutham Makkena" userId="ee2210368fc1934b" providerId="LiveId" clId="{3834B99D-CB61-4358-B4D0-BB2DDD8C6302}" dt="2018-10-30T00:40:37.464" v="3883" actId="478"/>
          <ac:picMkLst>
            <pc:docMk/>
            <pc:sldMk cId="4204346402" sldId="543"/>
            <ac:picMk id="8" creationId="{C5F09522-BF7B-46E8-8752-68EB8173F003}"/>
          </ac:picMkLst>
        </pc:picChg>
        <pc:picChg chg="add mod">
          <ac:chgData name="Goutham Makkena" userId="ee2210368fc1934b" providerId="LiveId" clId="{3834B99D-CB61-4358-B4D0-BB2DDD8C6302}" dt="2018-10-30T00:50:19.477" v="4396" actId="1076"/>
          <ac:picMkLst>
            <pc:docMk/>
            <pc:sldMk cId="4204346402" sldId="543"/>
            <ac:picMk id="11" creationId="{B773979C-3B5C-4A7E-B1DC-C163338588D8}"/>
          </ac:picMkLst>
        </pc:picChg>
        <pc:picChg chg="add mod">
          <ac:chgData name="Goutham Makkena" userId="ee2210368fc1934b" providerId="LiveId" clId="{3834B99D-CB61-4358-B4D0-BB2DDD8C6302}" dt="2018-10-30T00:50:19.477" v="4396" actId="1076"/>
          <ac:picMkLst>
            <pc:docMk/>
            <pc:sldMk cId="4204346402" sldId="543"/>
            <ac:picMk id="13" creationId="{BFBBFC96-4CE9-42E0-A569-3A30FC0E2A04}"/>
          </ac:picMkLst>
        </pc:picChg>
        <pc:picChg chg="add mod">
          <ac:chgData name="Goutham Makkena" userId="ee2210368fc1934b" providerId="LiveId" clId="{3834B99D-CB61-4358-B4D0-BB2DDD8C6302}" dt="2018-10-30T00:50:19.477" v="4396" actId="1076"/>
          <ac:picMkLst>
            <pc:docMk/>
            <pc:sldMk cId="4204346402" sldId="543"/>
            <ac:picMk id="14" creationId="{23B157F5-4080-4E26-83EC-0FC3E341DCE8}"/>
          </ac:picMkLst>
        </pc:picChg>
        <pc:picChg chg="add mod">
          <ac:chgData name="Goutham Makkena" userId="ee2210368fc1934b" providerId="LiveId" clId="{3834B99D-CB61-4358-B4D0-BB2DDD8C6302}" dt="2018-10-30T00:50:19.477" v="4396" actId="1076"/>
          <ac:picMkLst>
            <pc:docMk/>
            <pc:sldMk cId="4204346402" sldId="543"/>
            <ac:picMk id="15" creationId="{9CCBC1B1-9F9D-432C-9131-5EFE7395C689}"/>
          </ac:picMkLst>
        </pc:picChg>
      </pc:sldChg>
      <pc:sldChg chg="add del setBg">
        <pc:chgData name="Goutham Makkena" userId="ee2210368fc1934b" providerId="LiveId" clId="{3834B99D-CB61-4358-B4D0-BB2DDD8C6302}" dt="2018-10-30T00:51:25.778" v="4398"/>
        <pc:sldMkLst>
          <pc:docMk/>
          <pc:sldMk cId="188581236" sldId="544"/>
        </pc:sldMkLst>
      </pc:sldChg>
      <pc:sldChg chg="addSp delSp modSp add delAnim modAnim">
        <pc:chgData name="Goutham Makkena" userId="ee2210368fc1934b" providerId="LiveId" clId="{3834B99D-CB61-4358-B4D0-BB2DDD8C6302}" dt="2018-10-30T01:06:55.213" v="4579" actId="20577"/>
        <pc:sldMkLst>
          <pc:docMk/>
          <pc:sldMk cId="1996248963" sldId="544"/>
        </pc:sldMkLst>
        <pc:spChg chg="del">
          <ac:chgData name="Goutham Makkena" userId="ee2210368fc1934b" providerId="LiveId" clId="{3834B99D-CB61-4358-B4D0-BB2DDD8C6302}" dt="2018-10-30T01:04:23.788" v="4406" actId="478"/>
          <ac:spMkLst>
            <pc:docMk/>
            <pc:sldMk cId="1996248963" sldId="544"/>
            <ac:spMk id="7" creationId="{F7B916B9-D86F-44A3-B287-BE15EC7118C9}"/>
          </ac:spMkLst>
        </pc:spChg>
        <pc:spChg chg="del">
          <ac:chgData name="Goutham Makkena" userId="ee2210368fc1934b" providerId="LiveId" clId="{3834B99D-CB61-4358-B4D0-BB2DDD8C6302}" dt="2018-10-30T01:04:22.538" v="4405" actId="478"/>
          <ac:spMkLst>
            <pc:docMk/>
            <pc:sldMk cId="1996248963" sldId="544"/>
            <ac:spMk id="9" creationId="{CF8DDFB6-BCFF-4B2B-9391-0BB80DE11676}"/>
          </ac:spMkLst>
        </pc:spChg>
        <pc:spChg chg="mod">
          <ac:chgData name="Goutham Makkena" userId="ee2210368fc1934b" providerId="LiveId" clId="{3834B99D-CB61-4358-B4D0-BB2DDD8C6302}" dt="2018-10-30T01:04:19.091" v="4404" actId="20577"/>
          <ac:spMkLst>
            <pc:docMk/>
            <pc:sldMk cId="1996248963" sldId="544"/>
            <ac:spMk id="12" creationId="{00000000-0000-0000-0000-000000000000}"/>
          </ac:spMkLst>
        </pc:spChg>
        <pc:spChg chg="add mod">
          <ac:chgData name="Goutham Makkena" userId="ee2210368fc1934b" providerId="LiveId" clId="{3834B99D-CB61-4358-B4D0-BB2DDD8C6302}" dt="2018-10-30T01:06:05.549" v="4538" actId="1076"/>
          <ac:spMkLst>
            <pc:docMk/>
            <pc:sldMk cId="1996248963" sldId="544"/>
            <ac:spMk id="16" creationId="{FE8825E0-D687-4A96-88A9-8B38E09786D6}"/>
          </ac:spMkLst>
        </pc:spChg>
        <pc:spChg chg="add mod">
          <ac:chgData name="Goutham Makkena" userId="ee2210368fc1934b" providerId="LiveId" clId="{3834B99D-CB61-4358-B4D0-BB2DDD8C6302}" dt="2018-10-30T01:06:55.213" v="4579" actId="20577"/>
          <ac:spMkLst>
            <pc:docMk/>
            <pc:sldMk cId="1996248963" sldId="544"/>
            <ac:spMk id="17" creationId="{F044B454-DD7C-4955-9D1E-F37BF95549F4}"/>
          </ac:spMkLst>
        </pc:spChg>
        <pc:picChg chg="del">
          <ac:chgData name="Goutham Makkena" userId="ee2210368fc1934b" providerId="LiveId" clId="{3834B99D-CB61-4358-B4D0-BB2DDD8C6302}" dt="2018-10-30T01:04:28.355" v="4407" actId="478"/>
          <ac:picMkLst>
            <pc:docMk/>
            <pc:sldMk cId="1996248963" sldId="544"/>
            <ac:picMk id="2" creationId="{0C029D26-9660-4017-A28A-E8A74D9EB177}"/>
          </ac:picMkLst>
        </pc:picChg>
        <pc:picChg chg="del">
          <ac:chgData name="Goutham Makkena" userId="ee2210368fc1934b" providerId="LiveId" clId="{3834B99D-CB61-4358-B4D0-BB2DDD8C6302}" dt="2018-10-30T01:04:28.355" v="4407" actId="478"/>
          <ac:picMkLst>
            <pc:docMk/>
            <pc:sldMk cId="1996248963" sldId="544"/>
            <ac:picMk id="3" creationId="{D8445667-F7B1-49F7-B3BB-099B7C80EE1B}"/>
          </ac:picMkLst>
        </pc:picChg>
        <pc:picChg chg="add mod">
          <ac:chgData name="Goutham Makkena" userId="ee2210368fc1934b" providerId="LiveId" clId="{3834B99D-CB61-4358-B4D0-BB2DDD8C6302}" dt="2018-10-30T01:05:22.840" v="4412" actId="1076"/>
          <ac:picMkLst>
            <pc:docMk/>
            <pc:sldMk cId="1996248963" sldId="544"/>
            <ac:picMk id="4" creationId="{32B85B66-D9FC-4047-A438-892B45E57955}"/>
          </ac:picMkLst>
        </pc:picChg>
        <pc:picChg chg="del">
          <ac:chgData name="Goutham Makkena" userId="ee2210368fc1934b" providerId="LiveId" clId="{3834B99D-CB61-4358-B4D0-BB2DDD8C6302}" dt="2018-10-30T01:04:28.355" v="4407" actId="478"/>
          <ac:picMkLst>
            <pc:docMk/>
            <pc:sldMk cId="1996248963" sldId="544"/>
            <ac:picMk id="5" creationId="{0CEB7890-3DA6-4795-8817-9C3E4D0B3664}"/>
          </ac:picMkLst>
        </pc:picChg>
        <pc:picChg chg="del">
          <ac:chgData name="Goutham Makkena" userId="ee2210368fc1934b" providerId="LiveId" clId="{3834B99D-CB61-4358-B4D0-BB2DDD8C6302}" dt="2018-10-30T01:04:28.355" v="4407" actId="478"/>
          <ac:picMkLst>
            <pc:docMk/>
            <pc:sldMk cId="1996248963" sldId="544"/>
            <ac:picMk id="11" creationId="{B773979C-3B5C-4A7E-B1DC-C163338588D8}"/>
          </ac:picMkLst>
        </pc:picChg>
        <pc:picChg chg="del">
          <ac:chgData name="Goutham Makkena" userId="ee2210368fc1934b" providerId="LiveId" clId="{3834B99D-CB61-4358-B4D0-BB2DDD8C6302}" dt="2018-10-30T01:04:28.355" v="4407" actId="478"/>
          <ac:picMkLst>
            <pc:docMk/>
            <pc:sldMk cId="1996248963" sldId="544"/>
            <ac:picMk id="13" creationId="{BFBBFC96-4CE9-42E0-A569-3A30FC0E2A04}"/>
          </ac:picMkLst>
        </pc:picChg>
        <pc:picChg chg="del">
          <ac:chgData name="Goutham Makkena" userId="ee2210368fc1934b" providerId="LiveId" clId="{3834B99D-CB61-4358-B4D0-BB2DDD8C6302}" dt="2018-10-30T01:04:28.355" v="4407" actId="478"/>
          <ac:picMkLst>
            <pc:docMk/>
            <pc:sldMk cId="1996248963" sldId="544"/>
            <ac:picMk id="14" creationId="{23B157F5-4080-4E26-83EC-0FC3E341DCE8}"/>
          </ac:picMkLst>
        </pc:picChg>
        <pc:picChg chg="del">
          <ac:chgData name="Goutham Makkena" userId="ee2210368fc1934b" providerId="LiveId" clId="{3834B99D-CB61-4358-B4D0-BB2DDD8C6302}" dt="2018-10-30T01:04:28.355" v="4407" actId="478"/>
          <ac:picMkLst>
            <pc:docMk/>
            <pc:sldMk cId="1996248963" sldId="544"/>
            <ac:picMk id="15" creationId="{9CCBC1B1-9F9D-432C-9131-5EFE7395C689}"/>
          </ac:picMkLst>
        </pc:picChg>
      </pc:sldChg>
      <pc:sldChg chg="add del setBg">
        <pc:chgData name="Goutham Makkena" userId="ee2210368fc1934b" providerId="LiveId" clId="{3834B99D-CB61-4358-B4D0-BB2DDD8C6302}" dt="2018-10-30T01:11:45.992" v="4581"/>
        <pc:sldMkLst>
          <pc:docMk/>
          <pc:sldMk cId="173260997" sldId="545"/>
        </pc:sldMkLst>
      </pc:sldChg>
      <pc:sldChg chg="addSp delSp modSp add delAnim modAnim">
        <pc:chgData name="Goutham Makkena" userId="ee2210368fc1934b" providerId="LiveId" clId="{3834B99D-CB61-4358-B4D0-BB2DDD8C6302}" dt="2018-10-31T00:25:26.952" v="4746"/>
        <pc:sldMkLst>
          <pc:docMk/>
          <pc:sldMk cId="456450361" sldId="545"/>
        </pc:sldMkLst>
        <pc:spChg chg="add">
          <ac:chgData name="Goutham Makkena" userId="ee2210368fc1934b" providerId="LiveId" clId="{3834B99D-CB61-4358-B4D0-BB2DDD8C6302}" dt="2018-10-31T00:25:26.952" v="4746"/>
          <ac:spMkLst>
            <pc:docMk/>
            <pc:sldMk cId="456450361" sldId="545"/>
            <ac:spMk id="6" creationId="{FE8825E0-D687-4A96-88A9-8B38E09786D6}"/>
          </ac:spMkLst>
        </pc:spChg>
        <pc:spChg chg="add mod">
          <ac:chgData name="Goutham Makkena" userId="ee2210368fc1934b" providerId="LiveId" clId="{3834B99D-CB61-4358-B4D0-BB2DDD8C6302}" dt="2018-10-30T01:13:09.778" v="4742" actId="20577"/>
          <ac:spMkLst>
            <pc:docMk/>
            <pc:sldMk cId="456450361" sldId="545"/>
            <ac:spMk id="8" creationId="{4B9203B0-15EE-4960-8F01-5CCC8AABAD2E}"/>
          </ac:spMkLst>
        </pc:spChg>
        <pc:spChg chg="del">
          <ac:chgData name="Goutham Makkena" userId="ee2210368fc1934b" providerId="LiveId" clId="{3834B99D-CB61-4358-B4D0-BB2DDD8C6302}" dt="2018-10-30T01:11:48.700" v="4583" actId="478"/>
          <ac:spMkLst>
            <pc:docMk/>
            <pc:sldMk cId="456450361" sldId="545"/>
            <ac:spMk id="16" creationId="{FE8825E0-D687-4A96-88A9-8B38E09786D6}"/>
          </ac:spMkLst>
        </pc:spChg>
        <pc:spChg chg="del">
          <ac:chgData name="Goutham Makkena" userId="ee2210368fc1934b" providerId="LiveId" clId="{3834B99D-CB61-4358-B4D0-BB2DDD8C6302}" dt="2018-10-30T01:11:50.126" v="4584" actId="478"/>
          <ac:spMkLst>
            <pc:docMk/>
            <pc:sldMk cId="456450361" sldId="545"/>
            <ac:spMk id="17" creationId="{F044B454-DD7C-4955-9D1E-F37BF95549F4}"/>
          </ac:spMkLst>
        </pc:spChg>
        <pc:picChg chg="add mod">
          <ac:chgData name="Goutham Makkena" userId="ee2210368fc1934b" providerId="LiveId" clId="{3834B99D-CB61-4358-B4D0-BB2DDD8C6302}" dt="2018-10-30T01:12:26.982" v="4595" actId="1076"/>
          <ac:picMkLst>
            <pc:docMk/>
            <pc:sldMk cId="456450361" sldId="545"/>
            <ac:picMk id="2" creationId="{BFA64F96-653A-4C52-8FA8-539852501B4D}"/>
          </ac:picMkLst>
        </pc:picChg>
        <pc:picChg chg="del">
          <ac:chgData name="Goutham Makkena" userId="ee2210368fc1934b" providerId="LiveId" clId="{3834B99D-CB61-4358-B4D0-BB2DDD8C6302}" dt="2018-10-30T01:11:50.974" v="4585" actId="478"/>
          <ac:picMkLst>
            <pc:docMk/>
            <pc:sldMk cId="456450361" sldId="545"/>
            <ac:picMk id="4" creationId="{32B85B66-D9FC-4047-A438-892B45E57955}"/>
          </ac:picMkLst>
        </pc:picChg>
      </pc:sldChg>
      <pc:sldChg chg="addSp delSp modSp delAnim modAnim">
        <pc:chgData name="Goutham Makkena" userId="ee2210368fc1934b" providerId="LiveId" clId="{3834B99D-CB61-4358-B4D0-BB2DDD8C6302}" dt="2018-10-31T00:36:41.524" v="4937"/>
        <pc:sldMkLst>
          <pc:docMk/>
          <pc:sldMk cId="3431165858" sldId="546"/>
        </pc:sldMkLst>
        <pc:spChg chg="mod">
          <ac:chgData name="Goutham Makkena" userId="ee2210368fc1934b" providerId="LiveId" clId="{3834B99D-CB61-4358-B4D0-BB2DDD8C6302}" dt="2018-10-31T00:33:43.102" v="4782" actId="2711"/>
          <ac:spMkLst>
            <pc:docMk/>
            <pc:sldMk cId="3431165858" sldId="546"/>
            <ac:spMk id="8" creationId="{4B9203B0-15EE-4960-8F01-5CCC8AABAD2E}"/>
          </ac:spMkLst>
        </pc:spChg>
        <pc:spChg chg="add mod">
          <ac:chgData name="Goutham Makkena" userId="ee2210368fc1934b" providerId="LiveId" clId="{3834B99D-CB61-4358-B4D0-BB2DDD8C6302}" dt="2018-10-31T00:35:52.645" v="4931" actId="20577"/>
          <ac:spMkLst>
            <pc:docMk/>
            <pc:sldMk cId="3431165858" sldId="546"/>
            <ac:spMk id="9" creationId="{506ABE51-C66F-4863-B3A3-99F048B9C1B9}"/>
          </ac:spMkLst>
        </pc:spChg>
        <pc:spChg chg="add del">
          <ac:chgData name="Goutham Makkena" userId="ee2210368fc1934b" providerId="LiveId" clId="{3834B99D-CB61-4358-B4D0-BB2DDD8C6302}" dt="2018-10-31T00:36:41.524" v="4937"/>
          <ac:spMkLst>
            <pc:docMk/>
            <pc:sldMk cId="3431165858" sldId="546"/>
            <ac:spMk id="11" creationId="{7FB038AB-6CC1-4318-BD82-D87496D2B574}"/>
          </ac:spMkLst>
        </pc:spChg>
        <pc:spChg chg="mod">
          <ac:chgData name="Goutham Makkena" userId="ee2210368fc1934b" providerId="LiveId" clId="{3834B99D-CB61-4358-B4D0-BB2DDD8C6302}" dt="2018-10-31T00:26:49.606" v="4776" actId="1076"/>
          <ac:spMkLst>
            <pc:docMk/>
            <pc:sldMk cId="3431165858" sldId="546"/>
            <ac:spMk id="12" creationId="{00000000-0000-0000-0000-000000000000}"/>
          </ac:spMkLst>
        </pc:spChg>
        <pc:picChg chg="del">
          <ac:chgData name="Goutham Makkena" userId="ee2210368fc1934b" providerId="LiveId" clId="{3834B99D-CB61-4358-B4D0-BB2DDD8C6302}" dt="2018-10-31T00:26:51.513" v="4777" actId="478"/>
          <ac:picMkLst>
            <pc:docMk/>
            <pc:sldMk cId="3431165858" sldId="546"/>
            <ac:picMk id="2" creationId="{BFA64F96-653A-4C52-8FA8-539852501B4D}"/>
          </ac:picMkLst>
        </pc:picChg>
        <pc:picChg chg="add del">
          <ac:chgData name="Goutham Makkena" userId="ee2210368fc1934b" providerId="LiveId" clId="{3834B99D-CB61-4358-B4D0-BB2DDD8C6302}" dt="2018-10-31T00:33:59.713" v="4784"/>
          <ac:picMkLst>
            <pc:docMk/>
            <pc:sldMk cId="3431165858" sldId="546"/>
            <ac:picMk id="3" creationId="{C840E868-08EC-4D16-9F83-7082435C33C1}"/>
          </ac:picMkLst>
        </pc:picChg>
        <pc:picChg chg="add">
          <ac:chgData name="Goutham Makkena" userId="ee2210368fc1934b" providerId="LiveId" clId="{3834B99D-CB61-4358-B4D0-BB2DDD8C6302}" dt="2018-10-31T00:34:16.574" v="4785"/>
          <ac:picMkLst>
            <pc:docMk/>
            <pc:sldMk cId="3431165858" sldId="546"/>
            <ac:picMk id="4" creationId="{857F3831-52E0-4B5F-8746-426F2E3CC8C7}"/>
          </ac:picMkLst>
        </pc:picChg>
      </pc:sldChg>
      <pc:sldChg chg="add del setBg">
        <pc:chgData name="Goutham Makkena" userId="ee2210368fc1934b" providerId="LiveId" clId="{3834B99D-CB61-4358-B4D0-BB2DDD8C6302}" dt="2018-10-30T01:11:54.211" v="4587"/>
        <pc:sldMkLst>
          <pc:docMk/>
          <pc:sldMk cId="3462193902" sldId="546"/>
        </pc:sldMkLst>
      </pc:sldChg>
      <pc:sldChg chg="add del setBg">
        <pc:chgData name="Goutham Makkena" userId="ee2210368fc1934b" providerId="LiveId" clId="{3834B99D-CB61-4358-B4D0-BB2DDD8C6302}" dt="2018-10-30T01:11:58.839" v="4589"/>
        <pc:sldMkLst>
          <pc:docMk/>
          <pc:sldMk cId="4051037804" sldId="546"/>
        </pc:sldMkLst>
      </pc:sldChg>
      <pc:sldChg chg="addSp delSp modSp delAnim modAnim">
        <pc:chgData name="Goutham Makkena" userId="ee2210368fc1934b" providerId="LiveId" clId="{3834B99D-CB61-4358-B4D0-BB2DDD8C6302}" dt="2018-10-31T00:39:21.810" v="5336" actId="20577"/>
        <pc:sldMkLst>
          <pc:docMk/>
          <pc:sldMk cId="163164557" sldId="547"/>
        </pc:sldMkLst>
        <pc:spChg chg="add mod">
          <ac:chgData name="Goutham Makkena" userId="ee2210368fc1934b" providerId="LiveId" clId="{3834B99D-CB61-4358-B4D0-BB2DDD8C6302}" dt="2018-10-31T00:38:35.568" v="5206" actId="20577"/>
          <ac:spMkLst>
            <pc:docMk/>
            <pc:sldMk cId="163164557" sldId="547"/>
            <ac:spMk id="7" creationId="{8B1F4562-2E53-4CAD-AC12-BE1A8F84FB48}"/>
          </ac:spMkLst>
        </pc:spChg>
        <pc:spChg chg="mod">
          <ac:chgData name="Goutham Makkena" userId="ee2210368fc1934b" providerId="LiveId" clId="{3834B99D-CB61-4358-B4D0-BB2DDD8C6302}" dt="2018-10-31T00:37:26.017" v="5000" actId="113"/>
          <ac:spMkLst>
            <pc:docMk/>
            <pc:sldMk cId="163164557" sldId="547"/>
            <ac:spMk id="8" creationId="{4B9203B0-15EE-4960-8F01-5CCC8AABAD2E}"/>
          </ac:spMkLst>
        </pc:spChg>
        <pc:spChg chg="mod">
          <ac:chgData name="Goutham Makkena" userId="ee2210368fc1934b" providerId="LiveId" clId="{3834B99D-CB61-4358-B4D0-BB2DDD8C6302}" dt="2018-10-31T00:37:53.162" v="5078" actId="20577"/>
          <ac:spMkLst>
            <pc:docMk/>
            <pc:sldMk cId="163164557" sldId="547"/>
            <ac:spMk id="9" creationId="{506ABE51-C66F-4863-B3A3-99F048B9C1B9}"/>
          </ac:spMkLst>
        </pc:spChg>
        <pc:spChg chg="add mod">
          <ac:chgData name="Goutham Makkena" userId="ee2210368fc1934b" providerId="LiveId" clId="{3834B99D-CB61-4358-B4D0-BB2DDD8C6302}" dt="2018-10-31T00:39:21.810" v="5336" actId="20577"/>
          <ac:spMkLst>
            <pc:docMk/>
            <pc:sldMk cId="163164557" sldId="547"/>
            <ac:spMk id="11" creationId="{B37589D0-41B9-4DB7-8B01-AD8DEE6B5AC2}"/>
          </ac:spMkLst>
        </pc:spChg>
        <pc:picChg chg="del">
          <ac:chgData name="Goutham Makkena" userId="ee2210368fc1934b" providerId="LiveId" clId="{3834B99D-CB61-4358-B4D0-BB2DDD8C6302}" dt="2018-10-31T00:37:28.517" v="5001" actId="478"/>
          <ac:picMkLst>
            <pc:docMk/>
            <pc:sldMk cId="163164557" sldId="547"/>
            <ac:picMk id="4" creationId="{857F3831-52E0-4B5F-8746-426F2E3CC8C7}"/>
          </ac:picMkLst>
        </pc:picChg>
      </pc:sldChg>
      <pc:sldChg chg="addSp delSp modSp delAnim modAnim">
        <pc:chgData name="Goutham Makkena" userId="ee2210368fc1934b" providerId="LiveId" clId="{3834B99D-CB61-4358-B4D0-BB2DDD8C6302}" dt="2018-10-31T01:01:14.065" v="6310"/>
        <pc:sldMkLst>
          <pc:docMk/>
          <pc:sldMk cId="2075390122" sldId="548"/>
        </pc:sldMkLst>
        <pc:spChg chg="add mod">
          <ac:chgData name="Goutham Makkena" userId="ee2210368fc1934b" providerId="LiveId" clId="{3834B99D-CB61-4358-B4D0-BB2DDD8C6302}" dt="2018-10-31T00:47:07.095" v="5508" actId="14100"/>
          <ac:spMkLst>
            <pc:docMk/>
            <pc:sldMk cId="2075390122" sldId="548"/>
            <ac:spMk id="3" creationId="{5F411763-FE7A-4773-B39C-A07F7F065933}"/>
          </ac:spMkLst>
        </pc:spChg>
        <pc:spChg chg="del mod">
          <ac:chgData name="Goutham Makkena" userId="ee2210368fc1934b" providerId="LiveId" clId="{3834B99D-CB61-4358-B4D0-BB2DDD8C6302}" dt="2018-10-31T00:44:34.112" v="5340" actId="478"/>
          <ac:spMkLst>
            <pc:docMk/>
            <pc:sldMk cId="2075390122" sldId="548"/>
            <ac:spMk id="7" creationId="{8B1F4562-2E53-4CAD-AC12-BE1A8F84FB48}"/>
          </ac:spMkLst>
        </pc:spChg>
        <pc:spChg chg="mod">
          <ac:chgData name="Goutham Makkena" userId="ee2210368fc1934b" providerId="LiveId" clId="{3834B99D-CB61-4358-B4D0-BB2DDD8C6302}" dt="2018-10-31T00:46:59.485" v="5505"/>
          <ac:spMkLst>
            <pc:docMk/>
            <pc:sldMk cId="2075390122" sldId="548"/>
            <ac:spMk id="8" creationId="{4B9203B0-15EE-4960-8F01-5CCC8AABAD2E}"/>
          </ac:spMkLst>
        </pc:spChg>
        <pc:spChg chg="del">
          <ac:chgData name="Goutham Makkena" userId="ee2210368fc1934b" providerId="LiveId" clId="{3834B99D-CB61-4358-B4D0-BB2DDD8C6302}" dt="2018-10-31T00:44:30.440" v="5337" actId="478"/>
          <ac:spMkLst>
            <pc:docMk/>
            <pc:sldMk cId="2075390122" sldId="548"/>
            <ac:spMk id="9" creationId="{506ABE51-C66F-4863-B3A3-99F048B9C1B9}"/>
          </ac:spMkLst>
        </pc:spChg>
        <pc:spChg chg="del">
          <ac:chgData name="Goutham Makkena" userId="ee2210368fc1934b" providerId="LiveId" clId="{3834B99D-CB61-4358-B4D0-BB2DDD8C6302}" dt="2018-10-31T00:44:32.519" v="5339" actId="478"/>
          <ac:spMkLst>
            <pc:docMk/>
            <pc:sldMk cId="2075390122" sldId="548"/>
            <ac:spMk id="11" creationId="{B37589D0-41B9-4DB7-8B01-AD8DEE6B5AC2}"/>
          </ac:spMkLst>
        </pc:spChg>
        <pc:spChg chg="add mod">
          <ac:chgData name="Goutham Makkena" userId="ee2210368fc1934b" providerId="LiveId" clId="{3834B99D-CB61-4358-B4D0-BB2DDD8C6302}" dt="2018-10-31T00:48:20.167" v="5546" actId="20577"/>
          <ac:spMkLst>
            <pc:docMk/>
            <pc:sldMk cId="2075390122" sldId="548"/>
            <ac:spMk id="13" creationId="{9CFCCFC1-FEF5-459E-858F-183DB98B30E0}"/>
          </ac:spMkLst>
        </pc:spChg>
        <pc:spChg chg="add mod">
          <ac:chgData name="Goutham Makkena" userId="ee2210368fc1934b" providerId="LiveId" clId="{3834B99D-CB61-4358-B4D0-BB2DDD8C6302}" dt="2018-10-31T00:49:39.257" v="5641" actId="20577"/>
          <ac:spMkLst>
            <pc:docMk/>
            <pc:sldMk cId="2075390122" sldId="548"/>
            <ac:spMk id="14" creationId="{A9E3FF3F-136B-4040-A1FD-BE61C7D6659E}"/>
          </ac:spMkLst>
        </pc:spChg>
        <pc:graphicFrameChg chg="add mod modGraphic">
          <ac:chgData name="Goutham Makkena" userId="ee2210368fc1934b" providerId="LiveId" clId="{3834B99D-CB61-4358-B4D0-BB2DDD8C6302}" dt="2018-10-31T01:01:05.534" v="6309" actId="108"/>
          <ac:graphicFrameMkLst>
            <pc:docMk/>
            <pc:sldMk cId="2075390122" sldId="548"/>
            <ac:graphicFrameMk id="15" creationId="{862A95A4-28DF-409F-89DA-D9EE2D9D3F19}"/>
          </ac:graphicFrameMkLst>
        </pc:graphicFrameChg>
        <pc:picChg chg="add mod">
          <ac:chgData name="Goutham Makkena" userId="ee2210368fc1934b" providerId="LiveId" clId="{3834B99D-CB61-4358-B4D0-BB2DDD8C6302}" dt="2018-10-31T00:59:01.545" v="6140" actId="1076"/>
          <ac:picMkLst>
            <pc:docMk/>
            <pc:sldMk cId="2075390122" sldId="548"/>
            <ac:picMk id="2" creationId="{2D27C7D8-23F7-4ABE-875C-4D29B64A96CD}"/>
          </ac:picMkLst>
        </pc:picChg>
        <pc:picChg chg="add mod">
          <ac:chgData name="Goutham Makkena" userId="ee2210368fc1934b" providerId="LiveId" clId="{3834B99D-CB61-4358-B4D0-BB2DDD8C6302}" dt="2018-10-31T00:59:01.545" v="6140" actId="1076"/>
          <ac:picMkLst>
            <pc:docMk/>
            <pc:sldMk cId="2075390122" sldId="548"/>
            <ac:picMk id="4" creationId="{EFF81CAB-B3D1-42BF-A6A4-522922766066}"/>
          </ac:picMkLst>
        </pc:picChg>
        <pc:picChg chg="add mod">
          <ac:chgData name="Goutham Makkena" userId="ee2210368fc1934b" providerId="LiveId" clId="{3834B99D-CB61-4358-B4D0-BB2DDD8C6302}" dt="2018-10-31T00:59:01.545" v="6140" actId="1076"/>
          <ac:picMkLst>
            <pc:docMk/>
            <pc:sldMk cId="2075390122" sldId="548"/>
            <ac:picMk id="5" creationId="{5FA268CE-6192-4E3D-BC55-2165E2E1C662}"/>
          </ac:picMkLst>
        </pc:picChg>
        <pc:picChg chg="add mod">
          <ac:chgData name="Goutham Makkena" userId="ee2210368fc1934b" providerId="LiveId" clId="{3834B99D-CB61-4358-B4D0-BB2DDD8C6302}" dt="2018-10-31T00:59:01.545" v="6140" actId="1076"/>
          <ac:picMkLst>
            <pc:docMk/>
            <pc:sldMk cId="2075390122" sldId="548"/>
            <ac:picMk id="6" creationId="{E6319E12-3A59-46F7-8873-6D01E7090E74}"/>
          </ac:picMkLst>
        </pc:picChg>
      </pc:sldChg>
      <pc:sldChg chg="addSp delSp modSp delAnim modAnim">
        <pc:chgData name="Goutham Makkena" userId="ee2210368fc1934b" providerId="LiveId" clId="{3834B99D-CB61-4358-B4D0-BB2DDD8C6302}" dt="2018-10-31T00:57:30.924" v="6114"/>
        <pc:sldMkLst>
          <pc:docMk/>
          <pc:sldMk cId="33916399" sldId="549"/>
        </pc:sldMkLst>
        <pc:spChg chg="del">
          <ac:chgData name="Goutham Makkena" userId="ee2210368fc1934b" providerId="LiveId" clId="{3834B99D-CB61-4358-B4D0-BB2DDD8C6302}" dt="2018-10-31T00:52:21.678" v="5648" actId="478"/>
          <ac:spMkLst>
            <pc:docMk/>
            <pc:sldMk cId="33916399" sldId="549"/>
            <ac:spMk id="3" creationId="{5F411763-FE7A-4773-B39C-A07F7F065933}"/>
          </ac:spMkLst>
        </pc:spChg>
        <pc:spChg chg="mod">
          <ac:chgData name="Goutham Makkena" userId="ee2210368fc1934b" providerId="LiveId" clId="{3834B99D-CB61-4358-B4D0-BB2DDD8C6302}" dt="2018-10-31T00:52:57.025" v="5754" actId="20577"/>
          <ac:spMkLst>
            <pc:docMk/>
            <pc:sldMk cId="33916399" sldId="549"/>
            <ac:spMk id="8" creationId="{4B9203B0-15EE-4960-8F01-5CCC8AABAD2E}"/>
          </ac:spMkLst>
        </pc:spChg>
        <pc:spChg chg="del">
          <ac:chgData name="Goutham Makkena" userId="ee2210368fc1934b" providerId="LiveId" clId="{3834B99D-CB61-4358-B4D0-BB2DDD8C6302}" dt="2018-10-31T00:52:19.037" v="5647" actId="478"/>
          <ac:spMkLst>
            <pc:docMk/>
            <pc:sldMk cId="33916399" sldId="549"/>
            <ac:spMk id="13" creationId="{9CFCCFC1-FEF5-459E-858F-183DB98B30E0}"/>
          </ac:spMkLst>
        </pc:spChg>
        <pc:spChg chg="del mod">
          <ac:chgData name="Goutham Makkena" userId="ee2210368fc1934b" providerId="LiveId" clId="{3834B99D-CB61-4358-B4D0-BB2DDD8C6302}" dt="2018-10-31T00:52:17.130" v="5646" actId="478"/>
          <ac:spMkLst>
            <pc:docMk/>
            <pc:sldMk cId="33916399" sldId="549"/>
            <ac:spMk id="14" creationId="{A9E3FF3F-136B-4040-A1FD-BE61C7D6659E}"/>
          </ac:spMkLst>
        </pc:spChg>
        <pc:spChg chg="add mod">
          <ac:chgData name="Goutham Makkena" userId="ee2210368fc1934b" providerId="LiveId" clId="{3834B99D-CB61-4358-B4D0-BB2DDD8C6302}" dt="2018-10-31T00:53:39.468" v="5835" actId="20577"/>
          <ac:spMkLst>
            <pc:docMk/>
            <pc:sldMk cId="33916399" sldId="549"/>
            <ac:spMk id="15" creationId="{8BE575F9-18D2-46D2-9DEF-05F03120F954}"/>
          </ac:spMkLst>
        </pc:spChg>
        <pc:spChg chg="add mod">
          <ac:chgData name="Goutham Makkena" userId="ee2210368fc1934b" providerId="LiveId" clId="{3834B99D-CB61-4358-B4D0-BB2DDD8C6302}" dt="2018-10-31T00:55:00.560" v="6021" actId="207"/>
          <ac:spMkLst>
            <pc:docMk/>
            <pc:sldMk cId="33916399" sldId="549"/>
            <ac:spMk id="16" creationId="{A7426985-DA86-41E0-A841-454AE85DB599}"/>
          </ac:spMkLst>
        </pc:spChg>
        <pc:spChg chg="add mod">
          <ac:chgData name="Goutham Makkena" userId="ee2210368fc1934b" providerId="LiveId" clId="{3834B99D-CB61-4358-B4D0-BB2DDD8C6302}" dt="2018-10-31T00:55:45.744" v="6111" actId="20577"/>
          <ac:spMkLst>
            <pc:docMk/>
            <pc:sldMk cId="33916399" sldId="549"/>
            <ac:spMk id="17" creationId="{81CBC4F7-C2D3-429B-A445-8E147DF11611}"/>
          </ac:spMkLst>
        </pc:spChg>
        <pc:picChg chg="add mod">
          <ac:chgData name="Goutham Makkena" userId="ee2210368fc1934b" providerId="LiveId" clId="{3834B99D-CB61-4358-B4D0-BB2DDD8C6302}" dt="2018-10-31T00:57:28.799" v="6113" actId="1076"/>
          <ac:picMkLst>
            <pc:docMk/>
            <pc:sldMk cId="33916399" sldId="549"/>
            <ac:picMk id="7" creationId="{B333E546-7ED3-4E67-9A8A-8D4F1116FA86}"/>
          </ac:picMkLst>
        </pc:picChg>
      </pc:sldChg>
      <pc:sldChg chg="addSp delSp modSp delAnim modAnim">
        <pc:chgData name="Goutham Makkena" userId="ee2210368fc1934b" providerId="LiveId" clId="{3834B99D-CB61-4358-B4D0-BB2DDD8C6302}" dt="2018-10-31T01:09:18.286" v="6454"/>
        <pc:sldMkLst>
          <pc:docMk/>
          <pc:sldMk cId="1174104519" sldId="550"/>
        </pc:sldMkLst>
        <pc:spChg chg="mod">
          <ac:chgData name="Goutham Makkena" userId="ee2210368fc1934b" providerId="LiveId" clId="{3834B99D-CB61-4358-B4D0-BB2DDD8C6302}" dt="2018-10-31T01:04:35.959" v="6436" actId="20577"/>
          <ac:spMkLst>
            <pc:docMk/>
            <pc:sldMk cId="1174104519" sldId="550"/>
            <ac:spMk id="8" creationId="{4B9203B0-15EE-4960-8F01-5CCC8AABAD2E}"/>
          </ac:spMkLst>
        </pc:spChg>
        <pc:spChg chg="del">
          <ac:chgData name="Goutham Makkena" userId="ee2210368fc1934b" providerId="LiveId" clId="{3834B99D-CB61-4358-B4D0-BB2DDD8C6302}" dt="2018-10-31T01:02:07.804" v="6313" actId="478"/>
          <ac:spMkLst>
            <pc:docMk/>
            <pc:sldMk cId="1174104519" sldId="550"/>
            <ac:spMk id="15" creationId="{8BE575F9-18D2-46D2-9DEF-05F03120F954}"/>
          </ac:spMkLst>
        </pc:spChg>
        <pc:spChg chg="del">
          <ac:chgData name="Goutham Makkena" userId="ee2210368fc1934b" providerId="LiveId" clId="{3834B99D-CB61-4358-B4D0-BB2DDD8C6302}" dt="2018-10-31T01:02:06.429" v="6312" actId="478"/>
          <ac:spMkLst>
            <pc:docMk/>
            <pc:sldMk cId="1174104519" sldId="550"/>
            <ac:spMk id="16" creationId="{A7426985-DA86-41E0-A841-454AE85DB599}"/>
          </ac:spMkLst>
        </pc:spChg>
        <pc:spChg chg="del">
          <ac:chgData name="Goutham Makkena" userId="ee2210368fc1934b" providerId="LiveId" clId="{3834B99D-CB61-4358-B4D0-BB2DDD8C6302}" dt="2018-10-31T01:02:04.413" v="6311" actId="478"/>
          <ac:spMkLst>
            <pc:docMk/>
            <pc:sldMk cId="1174104519" sldId="550"/>
            <ac:spMk id="17" creationId="{81CBC4F7-C2D3-429B-A445-8E147DF11611}"/>
          </ac:spMkLst>
        </pc:spChg>
        <pc:graphicFrameChg chg="add">
          <ac:chgData name="Goutham Makkena" userId="ee2210368fc1934b" providerId="LiveId" clId="{3834B99D-CB61-4358-B4D0-BB2DDD8C6302}" dt="2018-10-31T01:04:48.585" v="6437"/>
          <ac:graphicFrameMkLst>
            <pc:docMk/>
            <pc:sldMk cId="1174104519" sldId="550"/>
            <ac:graphicFrameMk id="13" creationId="{06BE4CBA-3856-4712-9773-B1BB0EF3CC82}"/>
          </ac:graphicFrameMkLst>
        </pc:graphicFrameChg>
        <pc:picChg chg="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2" creationId="{2D27C7D8-23F7-4ABE-875C-4D29B64A96CD}"/>
          </ac:picMkLst>
        </pc:picChg>
        <pc:picChg chg="add del mod">
          <ac:chgData name="Goutham Makkena" userId="ee2210368fc1934b" providerId="LiveId" clId="{3834B99D-CB61-4358-B4D0-BB2DDD8C6302}" dt="2018-10-31T01:05:37.105" v="6441"/>
          <ac:picMkLst>
            <pc:docMk/>
            <pc:sldMk cId="1174104519" sldId="550"/>
            <ac:picMk id="3" creationId="{9E68114D-5B56-4CBE-809C-4BCBFEEE3D8F}"/>
          </ac:picMkLst>
        </pc:picChg>
        <pc:picChg chg="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4" creationId="{EFF81CAB-B3D1-42BF-A6A4-522922766066}"/>
          </ac:picMkLst>
        </pc:picChg>
        <pc:picChg chg="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5" creationId="{5FA268CE-6192-4E3D-BC55-2165E2E1C662}"/>
          </ac:picMkLst>
        </pc:picChg>
        <pc:picChg chg="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6" creationId="{E6319E12-3A59-46F7-8873-6D01E7090E74}"/>
          </ac:picMkLst>
        </pc:picChg>
        <pc:picChg chg="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7" creationId="{B333E546-7ED3-4E67-9A8A-8D4F1116FA86}"/>
          </ac:picMkLst>
        </pc:picChg>
        <pc:picChg chg="add 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9" creationId="{F355B40D-FC29-407E-AA6D-DE9BC21EFB58}"/>
          </ac:picMkLst>
        </pc:picChg>
        <pc:picChg chg="add 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11" creationId="{471528F6-A3D2-46B6-AE86-F27D84AD5973}"/>
          </ac:picMkLst>
        </pc:picChg>
        <pc:picChg chg="add 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14" creationId="{6C08C0C8-271F-47C7-A253-C0503BFA0BEF}"/>
          </ac:picMkLst>
        </pc:picChg>
        <pc:picChg chg="add mod">
          <ac:chgData name="Goutham Makkena" userId="ee2210368fc1934b" providerId="LiveId" clId="{3834B99D-CB61-4358-B4D0-BB2DDD8C6302}" dt="2018-10-31T01:09:12.987" v="6453" actId="1076"/>
          <ac:picMkLst>
            <pc:docMk/>
            <pc:sldMk cId="1174104519" sldId="550"/>
            <ac:picMk id="18" creationId="{E7FE1C11-13C7-43BB-8155-8E9A2BD21DAB}"/>
          </ac:picMkLst>
        </pc:picChg>
      </pc:sldChg>
      <pc:sldChg chg="addSp delSp modSp add modAnim">
        <pc:chgData name="Goutham Makkena" userId="ee2210368fc1934b" providerId="LiveId" clId="{3834B99D-CB61-4358-B4D0-BB2DDD8C6302}" dt="2018-10-31T01:13:41.032" v="6700" actId="20577"/>
        <pc:sldMkLst>
          <pc:docMk/>
          <pc:sldMk cId="911203564" sldId="551"/>
        </pc:sldMkLst>
        <pc:spChg chg="mod">
          <ac:chgData name="Goutham Makkena" userId="ee2210368fc1934b" providerId="LiveId" clId="{3834B99D-CB61-4358-B4D0-BB2DDD8C6302}" dt="2018-10-31T01:12:22.602" v="6591" actId="20577"/>
          <ac:spMkLst>
            <pc:docMk/>
            <pc:sldMk cId="911203564" sldId="551"/>
            <ac:spMk id="8" creationId="{4B9203B0-15EE-4960-8F01-5CCC8AABAD2E}"/>
          </ac:spMkLst>
        </pc:spChg>
        <pc:spChg chg="add mod">
          <ac:chgData name="Goutham Makkena" userId="ee2210368fc1934b" providerId="LiveId" clId="{3834B99D-CB61-4358-B4D0-BB2DDD8C6302}" dt="2018-10-31T01:13:41.032" v="6700" actId="20577"/>
          <ac:spMkLst>
            <pc:docMk/>
            <pc:sldMk cId="911203564" sldId="551"/>
            <ac:spMk id="16" creationId="{B4E764FF-1228-44F1-862D-7534F8539315}"/>
          </ac:spMkLst>
        </pc:spChg>
        <pc:graphicFrameChg chg="del">
          <ac:chgData name="Goutham Makkena" userId="ee2210368fc1934b" providerId="LiveId" clId="{3834B99D-CB61-4358-B4D0-BB2DDD8C6302}" dt="2018-10-31T01:11:50.786" v="6553" actId="478"/>
          <ac:graphicFrameMkLst>
            <pc:docMk/>
            <pc:sldMk cId="911203564" sldId="551"/>
            <ac:graphicFrameMk id="13" creationId="{06BE4CBA-3856-4712-9773-B1BB0EF3CC82}"/>
          </ac:graphicFrameMkLst>
        </pc:graphicFrame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2" creationId="{2D27C7D8-23F7-4ABE-875C-4D29B64A96CD}"/>
          </ac:picMkLst>
        </pc:picChg>
        <pc:picChg chg="add mod">
          <ac:chgData name="Goutham Makkena" userId="ee2210368fc1934b" providerId="LiveId" clId="{3834B99D-CB61-4358-B4D0-BB2DDD8C6302}" dt="2018-10-31T01:13:09.450" v="6597" actId="1076"/>
          <ac:picMkLst>
            <pc:docMk/>
            <pc:sldMk cId="911203564" sldId="551"/>
            <ac:picMk id="3" creationId="{A3089200-0EF6-4769-A3A8-AC8A8E1A0762}"/>
          </ac:picMkLst>
        </pc:pic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4" creationId="{EFF81CAB-B3D1-42BF-A6A4-522922766066}"/>
          </ac:picMkLst>
        </pc:pic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5" creationId="{5FA268CE-6192-4E3D-BC55-2165E2E1C662}"/>
          </ac:picMkLst>
        </pc:pic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6" creationId="{E6319E12-3A59-46F7-8873-6D01E7090E74}"/>
          </ac:picMkLst>
        </pc:pic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7" creationId="{B333E546-7ED3-4E67-9A8A-8D4F1116FA86}"/>
          </ac:picMkLst>
        </pc:pic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9" creationId="{F355B40D-FC29-407E-AA6D-DE9BC21EFB58}"/>
          </ac:picMkLst>
        </pc:pic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11" creationId="{471528F6-A3D2-46B6-AE86-F27D84AD5973}"/>
          </ac:picMkLst>
        </pc:pic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14" creationId="{6C08C0C8-271F-47C7-A253-C0503BFA0BEF}"/>
          </ac:picMkLst>
        </pc:picChg>
        <pc:picChg chg="del mod">
          <ac:chgData name="Goutham Makkena" userId="ee2210368fc1934b" providerId="LiveId" clId="{3834B99D-CB61-4358-B4D0-BB2DDD8C6302}" dt="2018-10-31T01:12:31.681" v="6592" actId="478"/>
          <ac:picMkLst>
            <pc:docMk/>
            <pc:sldMk cId="911203564" sldId="551"/>
            <ac:picMk id="18" creationId="{E7FE1C11-13C7-43BB-8155-8E9A2BD21DAB}"/>
          </ac:picMkLst>
        </pc:picChg>
      </pc:sldChg>
      <pc:sldChg chg="add del setBg">
        <pc:chgData name="Goutham Makkena" userId="ee2210368fc1934b" providerId="LiveId" clId="{3834B99D-CB61-4358-B4D0-BB2DDD8C6302}" dt="2018-10-31T01:11:24.052" v="6456"/>
        <pc:sldMkLst>
          <pc:docMk/>
          <pc:sldMk cId="3743336244" sldId="551"/>
        </pc:sldMkLst>
      </pc:sldChg>
    </pc:docChg>
  </pc:docChgLst>
  <pc:docChgLst>
    <pc:chgData name="Goutham Makkena" userId="ee2210368fc1934b" providerId="LiveId" clId="{A05FFAC7-01F5-45DC-9842-2510E17E1053}"/>
    <pc:docChg chg="undo custSel modSld">
      <pc:chgData name="Goutham Makkena" userId="ee2210368fc1934b" providerId="LiveId" clId="{A05FFAC7-01F5-45DC-9842-2510E17E1053}" dt="2018-10-19T02:03:16.548" v="72" actId="313"/>
      <pc:docMkLst>
        <pc:docMk/>
      </pc:docMkLst>
      <pc:sldChg chg="modSp">
        <pc:chgData name="Goutham Makkena" userId="ee2210368fc1934b" providerId="LiveId" clId="{A05FFAC7-01F5-45DC-9842-2510E17E1053}" dt="2018-10-19T01:59:59.524" v="23" actId="20577"/>
        <pc:sldMkLst>
          <pc:docMk/>
          <pc:sldMk cId="1367385341" sldId="259"/>
        </pc:sldMkLst>
        <pc:spChg chg="mod">
          <ac:chgData name="Goutham Makkena" userId="ee2210368fc1934b" providerId="LiveId" clId="{A05FFAC7-01F5-45DC-9842-2510E17E1053}" dt="2018-10-19T01:59:59.524" v="23" actId="20577"/>
          <ac:spMkLst>
            <pc:docMk/>
            <pc:sldMk cId="1367385341" sldId="259"/>
            <ac:spMk id="11" creationId="{00000000-0000-0000-0000-000000000000}"/>
          </ac:spMkLst>
        </pc:spChg>
      </pc:sldChg>
      <pc:sldChg chg="delSp modSp delAnim modAnim">
        <pc:chgData name="Goutham Makkena" userId="ee2210368fc1934b" providerId="LiveId" clId="{A05FFAC7-01F5-45DC-9842-2510E17E1053}" dt="2018-10-19T02:03:16.548" v="72" actId="313"/>
        <pc:sldMkLst>
          <pc:docMk/>
          <pc:sldMk cId="408559482" sldId="355"/>
        </pc:sldMkLst>
        <pc:spChg chg="del">
          <ac:chgData name="Goutham Makkena" userId="ee2210368fc1934b" providerId="LiveId" clId="{A05FFAC7-01F5-45DC-9842-2510E17E1053}" dt="2018-10-19T02:02:01.534" v="58" actId="478"/>
          <ac:spMkLst>
            <pc:docMk/>
            <pc:sldMk cId="408559482" sldId="355"/>
            <ac:spMk id="7" creationId="{560C18D7-F291-420D-ABC0-CB98B13547CC}"/>
          </ac:spMkLst>
        </pc:spChg>
        <pc:spChg chg="mod">
          <ac:chgData name="Goutham Makkena" userId="ee2210368fc1934b" providerId="LiveId" clId="{A05FFAC7-01F5-45DC-9842-2510E17E1053}" dt="2018-10-19T02:00:10.484" v="32" actId="14100"/>
          <ac:spMkLst>
            <pc:docMk/>
            <pc:sldMk cId="408559482" sldId="355"/>
            <ac:spMk id="12" creationId="{00000000-0000-0000-0000-000000000000}"/>
          </ac:spMkLst>
        </pc:spChg>
        <pc:spChg chg="mod">
          <ac:chgData name="Goutham Makkena" userId="ee2210368fc1934b" providerId="LiveId" clId="{A05FFAC7-01F5-45DC-9842-2510E17E1053}" dt="2018-10-19T02:03:16.548" v="72" actId="313"/>
          <ac:spMkLst>
            <pc:docMk/>
            <pc:sldMk cId="408559482" sldId="355"/>
            <ac:spMk id="13" creationId="{00000000-0000-0000-0000-000000000000}"/>
          </ac:spMkLst>
        </pc:spChg>
      </pc:sldChg>
    </pc:docChg>
  </pc:docChgLst>
  <pc:docChgLst>
    <pc:chgData name="Goutham Makkena" userId="ee2210368fc1934b" providerId="Windows Live" clId="Web-{1F2F0577-099B-61B8-CC1A-1319309AD86A}"/>
    <pc:docChg chg="addSld delSld modSld">
      <pc:chgData name="Goutham Makkena" userId="ee2210368fc1934b" providerId="Windows Live" clId="Web-{1F2F0577-099B-61B8-CC1A-1319309AD86A}" dt="2025-02-25T05:55:34.641" v="14" actId="14100"/>
      <pc:docMkLst>
        <pc:docMk/>
      </pc:docMkLst>
      <pc:sldChg chg="new del">
        <pc:chgData name="Goutham Makkena" userId="ee2210368fc1934b" providerId="Windows Live" clId="Web-{1F2F0577-099B-61B8-CC1A-1319309AD86A}" dt="2025-02-25T05:55:00.875" v="1"/>
        <pc:sldMkLst>
          <pc:docMk/>
          <pc:sldMk cId="2207137218" sldId="552"/>
        </pc:sldMkLst>
      </pc:sldChg>
      <pc:sldChg chg="addSp delSp modSp add replId delAnim">
        <pc:chgData name="Goutham Makkena" userId="ee2210368fc1934b" providerId="Windows Live" clId="Web-{1F2F0577-099B-61B8-CC1A-1319309AD86A}" dt="2025-02-25T05:55:34.641" v="14" actId="14100"/>
        <pc:sldMkLst>
          <pc:docMk/>
          <pc:sldMk cId="4023427283" sldId="552"/>
        </pc:sldMkLst>
        <pc:spChg chg="del">
          <ac:chgData name="Goutham Makkena" userId="ee2210368fc1934b" providerId="Windows Live" clId="Web-{1F2F0577-099B-61B8-CC1A-1319309AD86A}" dt="2025-02-25T05:55:09.500" v="8"/>
          <ac:spMkLst>
            <pc:docMk/>
            <pc:sldMk cId="4023427283" sldId="552"/>
            <ac:spMk id="2" creationId="{FC6C528C-5BE9-DC8D-1534-AECE6B1878D1}"/>
          </ac:spMkLst>
        </pc:spChg>
        <pc:spChg chg="del">
          <ac:chgData name="Goutham Makkena" userId="ee2210368fc1934b" providerId="Windows Live" clId="Web-{1F2F0577-099B-61B8-CC1A-1319309AD86A}" dt="2025-02-25T05:55:09.484" v="7"/>
          <ac:spMkLst>
            <pc:docMk/>
            <pc:sldMk cId="4023427283" sldId="552"/>
            <ac:spMk id="3" creationId="{2067FF42-8595-44D5-4262-6E2D38181AB6}"/>
          </ac:spMkLst>
        </pc:spChg>
        <pc:spChg chg="del">
          <ac:chgData name="Goutham Makkena" userId="ee2210368fc1934b" providerId="Windows Live" clId="Web-{1F2F0577-099B-61B8-CC1A-1319309AD86A}" dt="2025-02-25T05:55:09.484" v="6"/>
          <ac:spMkLst>
            <pc:docMk/>
            <pc:sldMk cId="4023427283" sldId="552"/>
            <ac:spMk id="4" creationId="{255C2164-F50F-9CEE-C443-355773881E65}"/>
          </ac:spMkLst>
        </pc:spChg>
        <pc:spChg chg="del">
          <ac:chgData name="Goutham Makkena" userId="ee2210368fc1934b" providerId="Windows Live" clId="Web-{1F2F0577-099B-61B8-CC1A-1319309AD86A}" dt="2025-02-25T05:55:09.484" v="5"/>
          <ac:spMkLst>
            <pc:docMk/>
            <pc:sldMk cId="4023427283" sldId="552"/>
            <ac:spMk id="6" creationId="{DEEBB586-EAA4-7EA3-1A09-9D686C7AF1C9}"/>
          </ac:spMkLst>
        </pc:spChg>
        <pc:spChg chg="del">
          <ac:chgData name="Goutham Makkena" userId="ee2210368fc1934b" providerId="Windows Live" clId="Web-{1F2F0577-099B-61B8-CC1A-1319309AD86A}" dt="2025-02-25T05:55:09.484" v="4"/>
          <ac:spMkLst>
            <pc:docMk/>
            <pc:sldMk cId="4023427283" sldId="552"/>
            <ac:spMk id="7" creationId="{ABFF7E90-30EC-3AD3-EEAB-803F51AD498F}"/>
          </ac:spMkLst>
        </pc:spChg>
        <pc:spChg chg="del">
          <ac:chgData name="Goutham Makkena" userId="ee2210368fc1934b" providerId="Windows Live" clId="Web-{1F2F0577-099B-61B8-CC1A-1319309AD86A}" dt="2025-02-25T05:55:04.953" v="3"/>
          <ac:spMkLst>
            <pc:docMk/>
            <pc:sldMk cId="4023427283" sldId="552"/>
            <ac:spMk id="12" creationId="{B53C82D9-E920-14C2-2F82-68AA91CA50E9}"/>
          </ac:spMkLst>
        </pc:spChg>
        <pc:picChg chg="add mod">
          <ac:chgData name="Goutham Makkena" userId="ee2210368fc1934b" providerId="Windows Live" clId="Web-{1F2F0577-099B-61B8-CC1A-1319309AD86A}" dt="2025-02-25T05:55:34.641" v="14" actId="14100"/>
          <ac:picMkLst>
            <pc:docMk/>
            <pc:sldMk cId="4023427283" sldId="552"/>
            <ac:picMk id="5" creationId="{12475C74-71C1-73CE-D12B-6975FC3778D1}"/>
          </ac:picMkLst>
        </pc:picChg>
        <pc:picChg chg="del">
          <ac:chgData name="Goutham Makkena" userId="ee2210368fc1934b" providerId="Windows Live" clId="Web-{1F2F0577-099B-61B8-CC1A-1319309AD86A}" dt="2025-02-25T05:55:09.500" v="9"/>
          <ac:picMkLst>
            <pc:docMk/>
            <pc:sldMk cId="4023427283" sldId="552"/>
            <ac:picMk id="10" creationId="{5237C9BC-D4A6-614E-5C22-5E9F04AE5791}"/>
          </ac:picMkLst>
        </pc:picChg>
      </pc:sldChg>
      <pc:sldChg chg="add replId">
        <pc:chgData name="Goutham Makkena" userId="ee2210368fc1934b" providerId="Windows Live" clId="Web-{1F2F0577-099B-61B8-CC1A-1319309AD86A}" dt="2025-02-25T05:55:09.609" v="10"/>
        <pc:sldMkLst>
          <pc:docMk/>
          <pc:sldMk cId="1707516986" sldId="5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08715-2F83-4971-BD93-1DCA8AF37352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37F3A-6B46-4C7C-B1C2-D304F3F29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0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437F3A-6B46-4C7C-B1C2-D304F3F29B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63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437F3A-6B46-4C7C-B1C2-D304F3F29B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63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307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30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006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173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199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221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527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578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1283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06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262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736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D242B-578A-A825-8863-03555C2B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DD688-1929-0541-F2E0-007FA2FAA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38E2D-6395-8E56-9D29-0918D54A4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50D0B-4DE0-AE06-B47D-8F6C7F9F17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6827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52FE-70C6-AD7D-F4AF-1CC3CC41C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C82B5-C604-9DEF-BB33-6A4605EE7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7845B-DDFD-A904-0F50-A55B963F4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0657D-3E79-13FA-14AA-DBB0027715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124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969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743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2569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5184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628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3214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663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732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5186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588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2915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240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4233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6498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5593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27001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2738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2113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4202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921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3686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8154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0672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9652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3309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3642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437F3A-6B46-4C7C-B1C2-D304F3F29B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883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867-0F69-4338-B2F4-C40242888640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8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AE3B-3164-4CC6-ADBA-D3DBE9C0FA99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CO1: K-Maps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7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542C-3D91-4EAD-99CA-0CC7B6E17364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1F10-86D5-4D3F-A055-CB511674F795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7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CFEC8-A571-4B88-A75B-366148CAE08D}" type="datetime1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0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1932-97B9-467B-9376-8099A4A64220}" type="datetime1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3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E8A8-E06B-4019-BD09-8F74929E6544}" type="datetime1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6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3B79B-86E5-410E-9E0D-EE48D2206845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7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AB0E6-22BA-41A9-A8DA-F6CED59BA829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59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B563-4F15-42D4-A984-4F5120EB1E05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7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79B5-C5DB-4528-98D6-863E12DF56AF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CO1: K-Maps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8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796A8-CA81-436A-A350-1B6435200B07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CO1: K-Maps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3C452-0A05-4E9F-B82A-13A5A706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9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3" Type="http://schemas.openxmlformats.org/officeDocument/2006/relationships/image" Target="../media/image1.jpeg"/><Relationship Id="rId21" Type="http://schemas.openxmlformats.org/officeDocument/2006/relationships/image" Target="../media/image24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23" Type="http://schemas.openxmlformats.org/officeDocument/2006/relationships/image" Target="../media/image26.sv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svg"/><Relationship Id="rId26" Type="http://schemas.openxmlformats.org/officeDocument/2006/relationships/image" Target="../media/image52.svg"/><Relationship Id="rId39" Type="http://schemas.openxmlformats.org/officeDocument/2006/relationships/image" Target="../media/image65.svg"/><Relationship Id="rId21" Type="http://schemas.openxmlformats.org/officeDocument/2006/relationships/image" Target="../media/image47.png"/><Relationship Id="rId34" Type="http://schemas.openxmlformats.org/officeDocument/2006/relationships/image" Target="../media/image60.svg"/><Relationship Id="rId42" Type="http://schemas.openxmlformats.org/officeDocument/2006/relationships/image" Target="../media/image6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2.svg"/><Relationship Id="rId29" Type="http://schemas.openxmlformats.org/officeDocument/2006/relationships/image" Target="../media/image5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24" Type="http://schemas.openxmlformats.org/officeDocument/2006/relationships/image" Target="../media/image50.svg"/><Relationship Id="rId32" Type="http://schemas.openxmlformats.org/officeDocument/2006/relationships/image" Target="../media/image58.svg"/><Relationship Id="rId37" Type="http://schemas.openxmlformats.org/officeDocument/2006/relationships/image" Target="../media/image63.svg"/><Relationship Id="rId40" Type="http://schemas.openxmlformats.org/officeDocument/2006/relationships/image" Target="../media/image66.png"/><Relationship Id="rId45" Type="http://schemas.openxmlformats.org/officeDocument/2006/relationships/image" Target="../media/image71.sv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svg"/><Relationship Id="rId36" Type="http://schemas.openxmlformats.org/officeDocument/2006/relationships/image" Target="../media/image62.png"/><Relationship Id="rId10" Type="http://schemas.openxmlformats.org/officeDocument/2006/relationships/image" Target="../media/image36.svg"/><Relationship Id="rId19" Type="http://schemas.openxmlformats.org/officeDocument/2006/relationships/image" Target="../media/image45.png"/><Relationship Id="rId31" Type="http://schemas.openxmlformats.org/officeDocument/2006/relationships/image" Target="../media/image57.svg"/><Relationship Id="rId44" Type="http://schemas.openxmlformats.org/officeDocument/2006/relationships/image" Target="../media/image70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svg"/><Relationship Id="rId22" Type="http://schemas.openxmlformats.org/officeDocument/2006/relationships/image" Target="../media/image48.sv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svg"/><Relationship Id="rId43" Type="http://schemas.openxmlformats.org/officeDocument/2006/relationships/image" Target="../media/image69.svg"/><Relationship Id="rId8" Type="http://schemas.openxmlformats.org/officeDocument/2006/relationships/image" Target="../media/image34.svg"/><Relationship Id="rId3" Type="http://schemas.openxmlformats.org/officeDocument/2006/relationships/image" Target="../media/image1.jpeg"/><Relationship Id="rId12" Type="http://schemas.openxmlformats.org/officeDocument/2006/relationships/image" Target="../media/image38.sv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Relationship Id="rId20" Type="http://schemas.openxmlformats.org/officeDocument/2006/relationships/image" Target="../media/image46.svg"/><Relationship Id="rId41" Type="http://schemas.openxmlformats.org/officeDocument/2006/relationships/image" Target="../media/image6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svg"/><Relationship Id="rId4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svg"/><Relationship Id="rId4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4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1.jpe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10" Type="http://schemas.openxmlformats.org/officeDocument/2006/relationships/image" Target="../media/image81.sv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4.sv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image" Target="../media/image82.png"/><Relationship Id="rId21" Type="http://schemas.openxmlformats.org/officeDocument/2006/relationships/image" Target="../media/image92.svg"/><Relationship Id="rId7" Type="http://schemas.openxmlformats.org/officeDocument/2006/relationships/image" Target="../media/image77.svg"/><Relationship Id="rId12" Type="http://schemas.openxmlformats.org/officeDocument/2006/relationships/image" Target="../media/image9.png"/><Relationship Id="rId17" Type="http://schemas.openxmlformats.org/officeDocument/2006/relationships/image" Target="../media/image88.svg"/><Relationship Id="rId25" Type="http://schemas.openxmlformats.org/officeDocument/2006/relationships/image" Target="../media/image96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svg"/><Relationship Id="rId24" Type="http://schemas.openxmlformats.org/officeDocument/2006/relationships/image" Target="../media/image95.png"/><Relationship Id="rId5" Type="http://schemas.openxmlformats.org/officeDocument/2006/relationships/image" Target="../media/image1.jpeg"/><Relationship Id="rId15" Type="http://schemas.openxmlformats.org/officeDocument/2006/relationships/image" Target="../media/image86.svg"/><Relationship Id="rId23" Type="http://schemas.openxmlformats.org/officeDocument/2006/relationships/image" Target="../media/image94.svg"/><Relationship Id="rId10" Type="http://schemas.openxmlformats.org/officeDocument/2006/relationships/image" Target="../media/image80.png"/><Relationship Id="rId19" Type="http://schemas.openxmlformats.org/officeDocument/2006/relationships/image" Target="../media/image90.svg"/><Relationship Id="rId4" Type="http://schemas.openxmlformats.org/officeDocument/2006/relationships/image" Target="../media/image83.svg"/><Relationship Id="rId9" Type="http://schemas.openxmlformats.org/officeDocument/2006/relationships/image" Target="../media/image79.sv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svg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svg"/><Relationship Id="rId4" Type="http://schemas.openxmlformats.org/officeDocument/2006/relationships/image" Target="../media/image10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svg"/><Relationship Id="rId4" Type="http://schemas.openxmlformats.org/officeDocument/2006/relationships/image" Target="../media/image10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.jpeg"/><Relationship Id="rId7" Type="http://schemas.openxmlformats.org/officeDocument/2006/relationships/image" Target="../media/image10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svg"/><Relationship Id="rId5" Type="http://schemas.openxmlformats.org/officeDocument/2006/relationships/image" Target="../media/image107.sv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sv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1.jpeg"/><Relationship Id="rId21" Type="http://schemas.openxmlformats.org/officeDocument/2006/relationships/image" Target="../media/image123.svg"/><Relationship Id="rId7" Type="http://schemas.openxmlformats.org/officeDocument/2006/relationships/image" Target="../media/image109.svg"/><Relationship Id="rId12" Type="http://schemas.openxmlformats.org/officeDocument/2006/relationships/image" Target="../media/image114.png"/><Relationship Id="rId17" Type="http://schemas.openxmlformats.org/officeDocument/2006/relationships/image" Target="../media/image119.svg"/><Relationship Id="rId25" Type="http://schemas.openxmlformats.org/officeDocument/2006/relationships/image" Target="../media/image127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svg"/><Relationship Id="rId24" Type="http://schemas.openxmlformats.org/officeDocument/2006/relationships/image" Target="../media/image126.png"/><Relationship Id="rId5" Type="http://schemas.openxmlformats.org/officeDocument/2006/relationships/image" Target="../media/image107.svg"/><Relationship Id="rId15" Type="http://schemas.openxmlformats.org/officeDocument/2006/relationships/image" Target="../media/image117.svg"/><Relationship Id="rId23" Type="http://schemas.openxmlformats.org/officeDocument/2006/relationships/image" Target="../media/image125.svg"/><Relationship Id="rId28" Type="http://schemas.openxmlformats.org/officeDocument/2006/relationships/image" Target="../media/image130.svg"/><Relationship Id="rId10" Type="http://schemas.openxmlformats.org/officeDocument/2006/relationships/image" Target="../media/image112.png"/><Relationship Id="rId19" Type="http://schemas.openxmlformats.org/officeDocument/2006/relationships/image" Target="../media/image121.svg"/><Relationship Id="rId4" Type="http://schemas.openxmlformats.org/officeDocument/2006/relationships/image" Target="../media/image106.png"/><Relationship Id="rId9" Type="http://schemas.openxmlformats.org/officeDocument/2006/relationships/image" Target="../media/image111.sv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4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32.svg"/><Relationship Id="rId4" Type="http://schemas.openxmlformats.org/officeDocument/2006/relationships/image" Target="../media/image1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34.svg"/><Relationship Id="rId3" Type="http://schemas.openxmlformats.org/officeDocument/2006/relationships/image" Target="../media/image1.jpeg"/><Relationship Id="rId7" Type="http://schemas.openxmlformats.org/officeDocument/2006/relationships/image" Target="../media/image135.sv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39.svg"/><Relationship Id="rId5" Type="http://schemas.openxmlformats.org/officeDocument/2006/relationships/image" Target="../media/image132.svg"/><Relationship Id="rId10" Type="http://schemas.openxmlformats.org/officeDocument/2006/relationships/image" Target="../media/image138.png"/><Relationship Id="rId4" Type="http://schemas.openxmlformats.org/officeDocument/2006/relationships/image" Target="../media/image131.png"/><Relationship Id="rId9" Type="http://schemas.openxmlformats.org/officeDocument/2006/relationships/image" Target="../media/image13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svg"/><Relationship Id="rId18" Type="http://schemas.openxmlformats.org/officeDocument/2006/relationships/image" Target="../media/image148.png"/><Relationship Id="rId3" Type="http://schemas.openxmlformats.org/officeDocument/2006/relationships/image" Target="../media/image1.jpeg"/><Relationship Id="rId21" Type="http://schemas.openxmlformats.org/officeDocument/2006/relationships/image" Target="../media/image151.svg"/><Relationship Id="rId7" Type="http://schemas.openxmlformats.org/officeDocument/2006/relationships/image" Target="../media/image137.svg"/><Relationship Id="rId12" Type="http://schemas.openxmlformats.org/officeDocument/2006/relationships/image" Target="../media/image142.png"/><Relationship Id="rId17" Type="http://schemas.openxmlformats.org/officeDocument/2006/relationships/image" Target="../media/image147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5" Type="http://schemas.openxmlformats.org/officeDocument/2006/relationships/image" Target="../media/image135.svg"/><Relationship Id="rId15" Type="http://schemas.openxmlformats.org/officeDocument/2006/relationships/image" Target="../media/image145.svg"/><Relationship Id="rId10" Type="http://schemas.openxmlformats.org/officeDocument/2006/relationships/image" Target="../media/image140.png"/><Relationship Id="rId19" Type="http://schemas.openxmlformats.org/officeDocument/2006/relationships/image" Target="../media/image149.svg"/><Relationship Id="rId4" Type="http://schemas.openxmlformats.org/officeDocument/2006/relationships/image" Target="../media/image106.png"/><Relationship Id="rId9" Type="http://schemas.openxmlformats.org/officeDocument/2006/relationships/image" Target="../media/image139.svg"/><Relationship Id="rId14" Type="http://schemas.openxmlformats.org/officeDocument/2006/relationships/image" Target="../media/image1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3.svg"/><Relationship Id="rId4" Type="http://schemas.openxmlformats.org/officeDocument/2006/relationships/image" Target="../media/image1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5.svg"/><Relationship Id="rId4" Type="http://schemas.openxmlformats.org/officeDocument/2006/relationships/image" Target="../media/image1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svg"/><Relationship Id="rId3" Type="http://schemas.openxmlformats.org/officeDocument/2006/relationships/image" Target="../media/image1.jpeg"/><Relationship Id="rId7" Type="http://schemas.openxmlformats.org/officeDocument/2006/relationships/image" Target="../media/image156.svg"/><Relationship Id="rId12" Type="http://schemas.openxmlformats.org/officeDocument/2006/relationships/image" Target="../media/image1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60.svg"/><Relationship Id="rId5" Type="http://schemas.openxmlformats.org/officeDocument/2006/relationships/image" Target="../media/image155.svg"/><Relationship Id="rId10" Type="http://schemas.openxmlformats.org/officeDocument/2006/relationships/image" Target="../media/image159.png"/><Relationship Id="rId4" Type="http://schemas.openxmlformats.org/officeDocument/2006/relationships/image" Target="../media/image154.png"/><Relationship Id="rId9" Type="http://schemas.openxmlformats.org/officeDocument/2006/relationships/image" Target="../media/image158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svg"/><Relationship Id="rId18" Type="http://schemas.openxmlformats.org/officeDocument/2006/relationships/image" Target="../media/image168.png"/><Relationship Id="rId26" Type="http://schemas.openxmlformats.org/officeDocument/2006/relationships/image" Target="../media/image176.svg"/><Relationship Id="rId3" Type="http://schemas.openxmlformats.org/officeDocument/2006/relationships/image" Target="../media/image1.jpeg"/><Relationship Id="rId21" Type="http://schemas.openxmlformats.org/officeDocument/2006/relationships/image" Target="../media/image171.svg"/><Relationship Id="rId7" Type="http://schemas.openxmlformats.org/officeDocument/2006/relationships/image" Target="../media/image158.svg"/><Relationship Id="rId12" Type="http://schemas.openxmlformats.org/officeDocument/2006/relationships/image" Target="../media/image163.png"/><Relationship Id="rId17" Type="http://schemas.openxmlformats.org/officeDocument/2006/relationships/image" Target="../media/image167.svg"/><Relationship Id="rId25" Type="http://schemas.openxmlformats.org/officeDocument/2006/relationships/image" Target="../media/image175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66.png"/><Relationship Id="rId20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11" Type="http://schemas.openxmlformats.org/officeDocument/2006/relationships/image" Target="../media/image162.svg"/><Relationship Id="rId24" Type="http://schemas.openxmlformats.org/officeDocument/2006/relationships/image" Target="../media/image174.svg"/><Relationship Id="rId5" Type="http://schemas.openxmlformats.org/officeDocument/2006/relationships/image" Target="../media/image156.svg"/><Relationship Id="rId15" Type="http://schemas.openxmlformats.org/officeDocument/2006/relationships/image" Target="../media/image165.svg"/><Relationship Id="rId23" Type="http://schemas.openxmlformats.org/officeDocument/2006/relationships/image" Target="../media/image173.svg"/><Relationship Id="rId28" Type="http://schemas.openxmlformats.org/officeDocument/2006/relationships/image" Target="../media/image178.svg"/><Relationship Id="rId10" Type="http://schemas.openxmlformats.org/officeDocument/2006/relationships/image" Target="../media/image161.png"/><Relationship Id="rId19" Type="http://schemas.openxmlformats.org/officeDocument/2006/relationships/image" Target="../media/image169.svg"/><Relationship Id="rId4" Type="http://schemas.openxmlformats.org/officeDocument/2006/relationships/image" Target="../media/image106.png"/><Relationship Id="rId9" Type="http://schemas.openxmlformats.org/officeDocument/2006/relationships/image" Target="../media/image160.svg"/><Relationship Id="rId14" Type="http://schemas.openxmlformats.org/officeDocument/2006/relationships/image" Target="../media/image150.png"/><Relationship Id="rId22" Type="http://schemas.openxmlformats.org/officeDocument/2006/relationships/image" Target="../media/image172.svg"/><Relationship Id="rId27" Type="http://schemas.openxmlformats.org/officeDocument/2006/relationships/image" Target="../media/image17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0.svg"/><Relationship Id="rId4" Type="http://schemas.openxmlformats.org/officeDocument/2006/relationships/image" Target="../media/image17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jpg"/><Relationship Id="rId5" Type="http://schemas.openxmlformats.org/officeDocument/2006/relationships/image" Target="../media/image182.jpg"/><Relationship Id="rId4" Type="http://schemas.openxmlformats.org/officeDocument/2006/relationships/image" Target="../media/image181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svg"/><Relationship Id="rId3" Type="http://schemas.openxmlformats.org/officeDocument/2006/relationships/image" Target="../media/image1.jpeg"/><Relationship Id="rId7" Type="http://schemas.openxmlformats.org/officeDocument/2006/relationships/image" Target="../media/image187.svg"/><Relationship Id="rId12" Type="http://schemas.openxmlformats.org/officeDocument/2006/relationships/image" Target="../media/image192.png"/><Relationship Id="rId17" Type="http://schemas.openxmlformats.org/officeDocument/2006/relationships/image" Target="../media/image197.sv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11" Type="http://schemas.openxmlformats.org/officeDocument/2006/relationships/image" Target="../media/image191.svg"/><Relationship Id="rId5" Type="http://schemas.openxmlformats.org/officeDocument/2006/relationships/image" Target="../media/image185.svg"/><Relationship Id="rId15" Type="http://schemas.openxmlformats.org/officeDocument/2006/relationships/image" Target="../media/image195.svg"/><Relationship Id="rId10" Type="http://schemas.openxmlformats.org/officeDocument/2006/relationships/image" Target="../media/image190.png"/><Relationship Id="rId4" Type="http://schemas.openxmlformats.org/officeDocument/2006/relationships/image" Target="../media/image184.png"/><Relationship Id="rId9" Type="http://schemas.openxmlformats.org/officeDocument/2006/relationships/image" Target="../media/image189.svg"/><Relationship Id="rId14" Type="http://schemas.openxmlformats.org/officeDocument/2006/relationships/image" Target="../media/image19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9.svg"/><Relationship Id="rId4" Type="http://schemas.openxmlformats.org/officeDocument/2006/relationships/image" Target="../media/image19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1.svg"/><Relationship Id="rId4" Type="http://schemas.openxmlformats.org/officeDocument/2006/relationships/image" Target="../media/image2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3.svg"/><Relationship Id="rId4" Type="http://schemas.openxmlformats.org/officeDocument/2006/relationships/image" Target="../media/image20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1.jpeg"/><Relationship Id="rId7" Type="http://schemas.openxmlformats.org/officeDocument/2006/relationships/image" Target="../media/image207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png"/><Relationship Id="rId11" Type="http://schemas.openxmlformats.org/officeDocument/2006/relationships/image" Target="../media/image211.svg"/><Relationship Id="rId5" Type="http://schemas.openxmlformats.org/officeDocument/2006/relationships/image" Target="../media/image205.sv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svg"/><Relationship Id="rId3" Type="http://schemas.openxmlformats.org/officeDocument/2006/relationships/image" Target="../media/image1.jpeg"/><Relationship Id="rId7" Type="http://schemas.openxmlformats.org/officeDocument/2006/relationships/image" Target="../media/image207.svg"/><Relationship Id="rId12" Type="http://schemas.openxmlformats.org/officeDocument/2006/relationships/image" Target="../media/image2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png"/><Relationship Id="rId11" Type="http://schemas.openxmlformats.org/officeDocument/2006/relationships/image" Target="../media/image211.svg"/><Relationship Id="rId5" Type="http://schemas.openxmlformats.org/officeDocument/2006/relationships/image" Target="../media/image205.sv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svg"/><Relationship Id="rId18" Type="http://schemas.openxmlformats.org/officeDocument/2006/relationships/image" Target="../media/image218.png"/><Relationship Id="rId3" Type="http://schemas.openxmlformats.org/officeDocument/2006/relationships/image" Target="../media/image1.jpeg"/><Relationship Id="rId21" Type="http://schemas.openxmlformats.org/officeDocument/2006/relationships/image" Target="../media/image221.svg"/><Relationship Id="rId7" Type="http://schemas.openxmlformats.org/officeDocument/2006/relationships/image" Target="../media/image207.svg"/><Relationship Id="rId12" Type="http://schemas.openxmlformats.org/officeDocument/2006/relationships/image" Target="../media/image212.png"/><Relationship Id="rId17" Type="http://schemas.openxmlformats.org/officeDocument/2006/relationships/image" Target="../media/image217.sv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216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png"/><Relationship Id="rId11" Type="http://schemas.openxmlformats.org/officeDocument/2006/relationships/image" Target="../media/image211.svg"/><Relationship Id="rId5" Type="http://schemas.openxmlformats.org/officeDocument/2006/relationships/image" Target="../media/image205.svg"/><Relationship Id="rId15" Type="http://schemas.openxmlformats.org/officeDocument/2006/relationships/image" Target="../media/image215.svg"/><Relationship Id="rId10" Type="http://schemas.openxmlformats.org/officeDocument/2006/relationships/image" Target="../media/image210.png"/><Relationship Id="rId19" Type="http://schemas.openxmlformats.org/officeDocument/2006/relationships/image" Target="../media/image219.svg"/><Relationship Id="rId4" Type="http://schemas.openxmlformats.org/officeDocument/2006/relationships/image" Target="../media/image204.png"/><Relationship Id="rId9" Type="http://schemas.openxmlformats.org/officeDocument/2006/relationships/image" Target="../media/image209.svg"/><Relationship Id="rId14" Type="http://schemas.openxmlformats.org/officeDocument/2006/relationships/image" Target="../media/image2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3.svg"/><Relationship Id="rId4" Type="http://schemas.openxmlformats.org/officeDocument/2006/relationships/image" Target="../media/image2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133600" y="1600200"/>
            <a:ext cx="4876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Analysis of Clocked Sequential </a:t>
            </a:r>
          </a:p>
          <a:p>
            <a:pPr algn="ctr"/>
            <a:r>
              <a:rPr lang="en-US" sz="4800" dirty="0"/>
              <a:t>Circuits</a:t>
            </a:r>
          </a:p>
          <a:p>
            <a:pPr algn="ctr"/>
            <a:endParaRPr lang="en-US" sz="4800" dirty="0"/>
          </a:p>
          <a:p>
            <a:pPr algn="ctr"/>
            <a:r>
              <a:rPr lang="en-US" sz="2800" dirty="0"/>
              <a:t>Goutham Makkena</a:t>
            </a:r>
          </a:p>
        </p:txBody>
      </p:sp>
    </p:spTree>
    <p:extLst>
      <p:ext uri="{BB962C8B-B14F-4D97-AF65-F5344CB8AC3E}">
        <p14:creationId xmlns:p14="http://schemas.microsoft.com/office/powerpoint/2010/main" val="136738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29000" y="158234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Clocked Sequential Circuits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28" y="1066800"/>
            <a:ext cx="889714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Analysis describes what a given circuit will do under certain operating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231F20"/>
              </a:solidFill>
              <a:latin typeface="TimesTenLTStd-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The behaviour of a clocked sequential circuit is determined from the inputs, the outputs, and the state of its flip-flops.</a:t>
            </a:r>
            <a:r>
              <a:rPr lang="en-IN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The outputs and the next state are both a function of the inputs</a:t>
            </a:r>
            <a:br>
              <a:rPr lang="en-IN" sz="2400" dirty="0">
                <a:solidFill>
                  <a:srgbClr val="231F20"/>
                </a:solidFill>
                <a:latin typeface="TimesTenLTStd-Roman"/>
              </a:rPr>
            </a:br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and the present state.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231F20"/>
              </a:solidFill>
              <a:latin typeface="TimesTenLTStd-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The analysis of a sequential circuit consists of obtaining </a:t>
            </a:r>
            <a:r>
              <a:rPr lang="en-IN" sz="2400" b="1" dirty="0">
                <a:solidFill>
                  <a:srgbClr val="231F20"/>
                </a:solidFill>
                <a:latin typeface="TimesTenLTStd-Roman"/>
              </a:rPr>
              <a:t>equations</a:t>
            </a:r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, </a:t>
            </a:r>
            <a:r>
              <a:rPr lang="en-IN" sz="2400" b="1" dirty="0">
                <a:solidFill>
                  <a:srgbClr val="231F20"/>
                </a:solidFill>
                <a:latin typeface="TimesTenLTStd-Roman"/>
              </a:rPr>
              <a:t>table</a:t>
            </a:r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 and a </a:t>
            </a:r>
            <a:r>
              <a:rPr lang="en-IN" sz="2400" b="1" dirty="0">
                <a:solidFill>
                  <a:srgbClr val="231F20"/>
                </a:solidFill>
                <a:latin typeface="TimesTenLTStd-Roman"/>
              </a:rPr>
              <a:t>diagram</a:t>
            </a:r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 for the time sequence of inputs, outputs, and internal states. 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endParaRPr lang="en-IN" sz="2400" dirty="0">
              <a:solidFill>
                <a:srgbClr val="231F20"/>
              </a:solidFill>
              <a:latin typeface="TimesTenLTStd-Roman"/>
            </a:endParaRP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55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91092" y="158234"/>
            <a:ext cx="5795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Clocked Sequential Circuits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14E89E-9133-4041-A8C7-FE715EDED1DA}"/>
              </a:ext>
            </a:extLst>
          </p:cNvPr>
          <p:cNvSpPr txBox="1"/>
          <p:nvPr/>
        </p:nvSpPr>
        <p:spPr>
          <a:xfrm>
            <a:off x="0" y="956101"/>
            <a:ext cx="9172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231F20"/>
                </a:solidFill>
                <a:latin typeface="TimesTenLTStd-Roman"/>
              </a:rPr>
              <a:t>State Equations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142F9-3A34-45E7-95BF-9182CE4F1F2A}"/>
              </a:ext>
            </a:extLst>
          </p:cNvPr>
          <p:cNvSpPr/>
          <p:nvPr/>
        </p:nvSpPr>
        <p:spPr>
          <a:xfrm>
            <a:off x="304801" y="1507747"/>
            <a:ext cx="822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behaviour of a clocked sequential circuit can be described algebraically by means of state equations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4435AD-7C57-48A0-9E60-554D88C3ADB9}"/>
              </a:ext>
            </a:extLst>
          </p:cNvPr>
          <p:cNvSpPr/>
          <p:nvPr/>
        </p:nvSpPr>
        <p:spPr>
          <a:xfrm>
            <a:off x="320750" y="2431077"/>
            <a:ext cx="7985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state equation specifies next state as a function of the present state and inputs. </a:t>
            </a:r>
            <a:br>
              <a:rPr lang="en-IN" dirty="0"/>
            </a:br>
            <a:endParaRPr lang="en-IN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B59110-C33A-4720-9434-1200FD672F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930" y="3379723"/>
            <a:ext cx="8762670" cy="28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1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29000" y="158234"/>
            <a:ext cx="5257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Equations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0058A0-182D-4161-BCA1-4569329C1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665" y="990600"/>
            <a:ext cx="8762670" cy="2871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FABE384-7A06-49F5-8A58-1A327F1843AA}"/>
              </a:ext>
            </a:extLst>
          </p:cNvPr>
          <p:cNvSpPr/>
          <p:nvPr/>
        </p:nvSpPr>
        <p:spPr>
          <a:xfrm>
            <a:off x="190665" y="41148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above circuit consists of 2 D-flip flops A,B, one input x and one output y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0D04A-92A8-4439-8147-283542B6CD58}"/>
              </a:ext>
            </a:extLst>
          </p:cNvPr>
          <p:cNvSpPr/>
          <p:nvPr/>
        </p:nvSpPr>
        <p:spPr>
          <a:xfrm>
            <a:off x="190664" y="4736532"/>
            <a:ext cx="88771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</a:t>
            </a:r>
            <a:r>
              <a:rPr lang="en-IN" i="1" dirty="0">
                <a:solidFill>
                  <a:srgbClr val="231F20"/>
                </a:solidFill>
                <a:latin typeface="TimesTenLTStd-Italic"/>
              </a:rPr>
              <a:t>D 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input of a flip-flop determines the value of the next state (</a:t>
            </a:r>
            <a:r>
              <a:rPr lang="en-IN" dirty="0" err="1">
                <a:solidFill>
                  <a:srgbClr val="231F20"/>
                </a:solidFill>
                <a:latin typeface="TimesTenLTStd-Roman"/>
              </a:rPr>
              <a:t>i.e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, the state reached after the clock transition). A set of state equations can now be written as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7D3490-7348-4A01-923C-BC7B19708145}"/>
                  </a:ext>
                </a:extLst>
              </p:cNvPr>
              <p:cNvSpPr txBox="1"/>
              <p:nvPr/>
            </p:nvSpPr>
            <p:spPr>
              <a:xfrm>
                <a:off x="190664" y="5429029"/>
                <a:ext cx="8345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A(t+1) = </a:t>
                </a:r>
                <a14:m>
                  <m:oMath xmlns:m="http://schemas.openxmlformats.org/officeDocument/2006/math"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d>
                      <m:d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d>
                      <m:d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d>
                      <m:d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7D3490-7348-4A01-923C-BC7B19708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64" y="5429029"/>
                <a:ext cx="8345488" cy="461665"/>
              </a:xfrm>
              <a:prstGeom prst="rect">
                <a:avLst/>
              </a:prstGeom>
              <a:blipFill>
                <a:blip r:embed="rId6"/>
                <a:stretch>
                  <a:fillRect l="-1096" t="-12000" b="-29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2C0637-2DED-4DA4-96E6-3513217245B4}"/>
                  </a:ext>
                </a:extLst>
              </p:cNvPr>
              <p:cNvSpPr txBox="1"/>
              <p:nvPr/>
            </p:nvSpPr>
            <p:spPr>
              <a:xfrm>
                <a:off x="5486400" y="5429028"/>
                <a:ext cx="8345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B(t+1) = </a:t>
                </a:r>
                <a14:m>
                  <m:oMath xmlns:m="http://schemas.openxmlformats.org/officeDocument/2006/math"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′</m:t>
                    </m:r>
                    <m:d>
                      <m:d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d>
                      <m:d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2C0637-2DED-4DA4-96E6-35132172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5429028"/>
                <a:ext cx="8345488" cy="461665"/>
              </a:xfrm>
              <a:prstGeom prst="rect">
                <a:avLst/>
              </a:prstGeom>
              <a:blipFill>
                <a:blip r:embed="rId7"/>
                <a:stretch>
                  <a:fillRect l="-1096" t="-12000" b="-29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163DAB-DC5E-4CAC-BCC1-2A51B8E3DAA8}"/>
                  </a:ext>
                </a:extLst>
              </p:cNvPr>
              <p:cNvSpPr txBox="1"/>
              <p:nvPr/>
            </p:nvSpPr>
            <p:spPr>
              <a:xfrm>
                <a:off x="2590800" y="6159142"/>
                <a:ext cx="8345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2400" dirty="0">
                    <a:solidFill>
                      <a:srgbClr val="231F20"/>
                    </a:solidFill>
                    <a:latin typeface="TimesTenLTStd-Roman"/>
                  </a:rPr>
                  <a:t>y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(t)= </a:t>
                </a:r>
                <a14:m>
                  <m:oMath xmlns:m="http://schemas.openxmlformats.org/officeDocument/2006/math">
                    <m:r>
                      <a:rPr kumimoji="0" lang="en-IN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[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d>
                      <m:d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)]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′</m:t>
                    </m:r>
                    <m:d>
                      <m:d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31F2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163DAB-DC5E-4CAC-BCC1-2A51B8E3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6159142"/>
                <a:ext cx="8345488" cy="461665"/>
              </a:xfrm>
              <a:prstGeom prst="rect">
                <a:avLst/>
              </a:prstGeom>
              <a:blipFill>
                <a:blip r:embed="rId8"/>
                <a:stretch>
                  <a:fillRect l="-1096" t="-11842" b="-27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5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29000" y="158234"/>
            <a:ext cx="5257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Table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FABE384-7A06-49F5-8A58-1A327F1843AA}"/>
              </a:ext>
            </a:extLst>
          </p:cNvPr>
          <p:cNvSpPr/>
          <p:nvPr/>
        </p:nvSpPr>
        <p:spPr>
          <a:xfrm>
            <a:off x="190664" y="1163505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The state table consists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of four sections, present state, input next state and output. This table can be easily obtained with the help of state equations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9E4E2C-B8AC-4FC7-8962-93F1063DE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5610" y="2110115"/>
            <a:ext cx="649970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29000" y="158234"/>
            <a:ext cx="5257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FABE384-7A06-49F5-8A58-1A327F1843AA}"/>
              </a:ext>
            </a:extLst>
          </p:cNvPr>
          <p:cNvSpPr/>
          <p:nvPr/>
        </p:nvSpPr>
        <p:spPr>
          <a:xfrm>
            <a:off x="190664" y="1163505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231F20"/>
                </a:solidFill>
                <a:latin typeface="TimesTenLTStd-Roman"/>
              </a:rPr>
              <a:t>The information in the state table can be conveyed graphically by a state diagram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08764A-79F4-4E17-9CAA-1FBF2BD96D84}"/>
              </a:ext>
            </a:extLst>
          </p:cNvPr>
          <p:cNvSpPr/>
          <p:nvPr/>
        </p:nvSpPr>
        <p:spPr>
          <a:xfrm>
            <a:off x="190664" y="1858575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231F20"/>
                </a:solidFill>
                <a:latin typeface="TimesTenLTStd-Roman"/>
              </a:rPr>
              <a:t>A state is denoted by a circle with a binary number inside it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0F99B-E3FF-40B1-B7DA-0FA97040CB4E}"/>
              </a:ext>
            </a:extLst>
          </p:cNvPr>
          <p:cNvSpPr/>
          <p:nvPr/>
        </p:nvSpPr>
        <p:spPr>
          <a:xfrm>
            <a:off x="190664" y="2553645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231F20"/>
                </a:solidFill>
                <a:latin typeface="TimesTenLTStd-Roman"/>
              </a:rPr>
              <a:t>Clock triggered transitions between the states are indicated by directed lines connecting the circles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ECE7E1-8FCC-431F-A397-4ACE106D065C}"/>
              </a:ext>
            </a:extLst>
          </p:cNvPr>
          <p:cNvSpPr/>
          <p:nvPr/>
        </p:nvSpPr>
        <p:spPr>
          <a:xfrm>
            <a:off x="190663" y="3429000"/>
            <a:ext cx="84961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directed lines are </a:t>
            </a:r>
            <a:r>
              <a:rPr lang="en-IN" dirty="0" err="1">
                <a:solidFill>
                  <a:srgbClr val="231F20"/>
                </a:solidFill>
                <a:latin typeface="TimesTenLTStd-Roman"/>
              </a:rPr>
              <a:t>labeled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with two binary numbers separated by a slash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9020DC-3E09-4AF7-83DA-85B99CC02388}"/>
              </a:ext>
            </a:extLst>
          </p:cNvPr>
          <p:cNvSpPr/>
          <p:nvPr/>
        </p:nvSpPr>
        <p:spPr>
          <a:xfrm>
            <a:off x="190662" y="4045205"/>
            <a:ext cx="84961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input value during the present state is </a:t>
            </a:r>
            <a:r>
              <a:rPr lang="en-IN" dirty="0" err="1">
                <a:solidFill>
                  <a:srgbClr val="231F20"/>
                </a:solidFill>
                <a:latin typeface="TimesTenLTStd-Roman"/>
              </a:rPr>
              <a:t>labeled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first, and the number after</a:t>
            </a:r>
            <a:br>
              <a:rPr lang="en-IN" dirty="0">
                <a:solidFill>
                  <a:srgbClr val="231F20"/>
                </a:solidFill>
                <a:latin typeface="TimesTenLTStd-Roman"/>
              </a:rPr>
            </a:br>
            <a:r>
              <a:rPr lang="en-IN" dirty="0">
                <a:solidFill>
                  <a:srgbClr val="231F20"/>
                </a:solidFill>
                <a:latin typeface="TimesTenLTStd-Roman"/>
              </a:rPr>
              <a:t>the slash gives the output during the present state with the given input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92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7" grpId="0"/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29000" y="158234"/>
            <a:ext cx="5257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A1179E-1FCB-4AD4-A58D-130CFEDBB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066800"/>
            <a:ext cx="4800272" cy="315148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3B67588-C3A1-4FF3-9C12-6FAA05E017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7800" y="3033712"/>
            <a:ext cx="790575" cy="79057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F6C65D6-4F33-413C-9136-D4423FFC33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57800" y="2362200"/>
            <a:ext cx="600075" cy="9239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D732D63-6AD7-4314-85C9-99ED1D37C4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10125" y="3571876"/>
            <a:ext cx="1238250" cy="2667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54CF1D3-4CF7-4912-B939-2E36BB0C07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81700" y="3571876"/>
            <a:ext cx="514350" cy="21526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C44F8-ED08-438E-9C57-05EBE62AFE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22952" y="5448301"/>
            <a:ext cx="2886075" cy="79057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1C3E975-1397-4B67-8861-A2352C559FC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78514" y="2913385"/>
            <a:ext cx="3000375" cy="9525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935A9DB-C54A-4B53-A8B9-A269CCCEA99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46347" y="2465710"/>
            <a:ext cx="600075" cy="8953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6709F1F-E9B9-4753-9EF8-3EBD12BC46A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22952" y="3292876"/>
            <a:ext cx="2266950" cy="22574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0A6158F-2284-4524-BF43-831A65CAE99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34711" y="3865885"/>
            <a:ext cx="4476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8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29000" y="158234"/>
            <a:ext cx="5257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of Sequential Circuits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FABE384-7A06-49F5-8A58-1A327F1843AA}"/>
              </a:ext>
            </a:extLst>
          </p:cNvPr>
          <p:cNvSpPr/>
          <p:nvPr/>
        </p:nvSpPr>
        <p:spPr>
          <a:xfrm>
            <a:off x="318127" y="4129823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Obtain the state equations, state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table and state diagram for the above sequential circuit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0D04A-92A8-4439-8147-283542B6CD58}"/>
              </a:ext>
            </a:extLst>
          </p:cNvPr>
          <p:cNvSpPr/>
          <p:nvPr/>
        </p:nvSpPr>
        <p:spPr>
          <a:xfrm>
            <a:off x="190664" y="4736532"/>
            <a:ext cx="88771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The above sequential circuit has one D flip flop, two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inputs </a:t>
            </a:r>
            <a:r>
              <a:rPr kumimoji="0" lang="en-IN" sz="1800" b="0" i="0" u="none" strike="noStrike" kern="1200" cap="none" spc="0" normalizeH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x,y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7D3490-7348-4A01-923C-BC7B19708145}"/>
                  </a:ext>
                </a:extLst>
              </p:cNvPr>
              <p:cNvSpPr txBox="1"/>
              <p:nvPr/>
            </p:nvSpPr>
            <p:spPr>
              <a:xfrm>
                <a:off x="2903630" y="5597786"/>
                <a:ext cx="8345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A(t+1) = </a:t>
                </a:r>
                <a14:m>
                  <m:oMath xmlns:m="http://schemas.openxmlformats.org/officeDocument/2006/math"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7D3490-7348-4A01-923C-BC7B19708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630" y="5597786"/>
                <a:ext cx="8345488" cy="461665"/>
              </a:xfrm>
              <a:prstGeom prst="rect">
                <a:avLst/>
              </a:prstGeom>
              <a:blipFill>
                <a:blip r:embed="rId4"/>
                <a:stretch>
                  <a:fillRect l="-1096" t="-11842" b="-27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0C4ECCBC-F887-4472-9689-2728BE987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902" y="1446200"/>
            <a:ext cx="72580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6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29000" y="158234"/>
            <a:ext cx="5257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Table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7D3490-7348-4A01-923C-BC7B19708145}"/>
                  </a:ext>
                </a:extLst>
              </p:cNvPr>
              <p:cNvSpPr txBox="1"/>
              <p:nvPr/>
            </p:nvSpPr>
            <p:spPr>
              <a:xfrm>
                <a:off x="798512" y="1143000"/>
                <a:ext cx="8345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A(t+1) = </a:t>
                </a:r>
                <a14:m>
                  <m:oMath xmlns:m="http://schemas.openxmlformats.org/officeDocument/2006/math"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31F2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I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⊕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I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⊕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𝐴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7D3490-7348-4A01-923C-BC7B19708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12" y="1143000"/>
                <a:ext cx="8345488" cy="461665"/>
              </a:xfrm>
              <a:prstGeom prst="rect">
                <a:avLst/>
              </a:prstGeom>
              <a:blipFill>
                <a:blip r:embed="rId4"/>
                <a:stretch>
                  <a:fillRect l="-1169" t="-12000" b="-2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2">
            <a:extLst>
              <a:ext uri="{FF2B5EF4-FFF2-40B4-BE49-F238E27FC236}">
                <a16:creationId xmlns:a16="http://schemas.microsoft.com/office/drawing/2014/main" id="{A68BFC5D-5397-4AF5-AFB6-88893F049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6400" y="1981200"/>
            <a:ext cx="2771775" cy="9144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7A491E8-AC28-4F0B-B441-9DF56B130C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2600" y="2971800"/>
            <a:ext cx="1733550" cy="4000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F1F77D5-A5C1-472E-9CFC-2DBE823676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48125" y="2971800"/>
            <a:ext cx="400050" cy="4000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23CB89F-1228-4397-A058-2451A4BB28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2600" y="3342641"/>
            <a:ext cx="1733550" cy="4000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49B615C-87B1-4BB2-B1B8-D2CE946157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48125" y="3342641"/>
            <a:ext cx="400050" cy="4000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18EB1C9-D440-429B-A283-49DF8BD955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52600" y="3713482"/>
            <a:ext cx="1733550" cy="4000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0BC7A3B-7C37-4ED0-8154-27AA1D9153E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48125" y="3713482"/>
            <a:ext cx="400050" cy="4000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070D578F-0292-4845-A912-3E1821E5CE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52600" y="4077973"/>
            <a:ext cx="1733550" cy="4000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B7B0574E-FA5C-49A3-B941-05675BC6DAF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048125" y="4084323"/>
            <a:ext cx="400050" cy="4000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623DA844-0151-428D-91CD-0D686CB76E9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52600" y="4455164"/>
            <a:ext cx="1733550" cy="4000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8414B4E-2160-4CF2-8196-F4ECFB43C2A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048125" y="4456435"/>
            <a:ext cx="400050" cy="4000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4FBA3CDB-17B1-4324-BB15-D6B418D0AF5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752600" y="4813942"/>
            <a:ext cx="1733550" cy="4000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FB370E8-8482-4200-A2B0-B9C660ED897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047490" y="4841245"/>
            <a:ext cx="400050" cy="4000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7407583-C15F-4B8A-8E9D-F6DCEED884B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752600" y="5192404"/>
            <a:ext cx="1733550" cy="4000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B7E4DE6-06F4-4E98-AB7E-51A4091E4C2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046855" y="5231135"/>
            <a:ext cx="400050" cy="4000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0EFCCB4D-1EB8-4368-BE95-1AD7910B946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752600" y="5548008"/>
            <a:ext cx="1733550" cy="4000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B037663B-E970-4C09-AC39-7365023A0D0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046855" y="5605785"/>
            <a:ext cx="400050" cy="4000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18A55EEF-1DA2-4738-B130-7D20C63BA26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800600" y="3401358"/>
            <a:ext cx="790575" cy="79057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6052559-7BC1-434C-89B1-F1DDA784D7B7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800600" y="2799082"/>
            <a:ext cx="600075" cy="9144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6A0E4A1-8144-43D1-A2CB-413B454F91B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467350" y="3177976"/>
            <a:ext cx="2876550" cy="10096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F5F4870-9EE9-45E4-8220-F66201E4C1B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743825" y="2783859"/>
            <a:ext cx="600075" cy="92392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2D6D0E8-2FB4-45A1-B19C-66C746DF889E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400675" y="4030008"/>
            <a:ext cx="22669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1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971800" y="151146"/>
            <a:ext cx="556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with JK Flip Flops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ED88940-4611-4B64-BE6B-24B5230F1A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6400" y="1371600"/>
            <a:ext cx="5219702" cy="491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8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907040" y="108295"/>
            <a:ext cx="5779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with JK Flip Flops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ED88940-4611-4B64-BE6B-24B5230F1A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465" y="1509570"/>
            <a:ext cx="4381498" cy="41292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70E856-3569-4A52-9FC3-98B0BDC45FCC}"/>
              </a:ext>
            </a:extLst>
          </p:cNvPr>
          <p:cNvSpPr/>
          <p:nvPr/>
        </p:nvSpPr>
        <p:spPr>
          <a:xfrm>
            <a:off x="4616304" y="154121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For a </a:t>
            </a:r>
            <a:r>
              <a:rPr lang="en-IN" i="1" dirty="0">
                <a:solidFill>
                  <a:srgbClr val="231F20"/>
                </a:solidFill>
                <a:latin typeface="TimesTenLTStd-Italic"/>
              </a:rPr>
              <a:t>D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-type flip-flop, the state equation is the same as the input equation.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EFD266-9BA8-4989-9171-7B7C1E63F09A}"/>
              </a:ext>
            </a:extLst>
          </p:cNvPr>
          <p:cNvSpPr/>
          <p:nvPr/>
        </p:nvSpPr>
        <p:spPr>
          <a:xfrm>
            <a:off x="4623392" y="3400647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When a flip-flop other than the </a:t>
            </a:r>
            <a:r>
              <a:rPr lang="en-IN" i="1" dirty="0">
                <a:solidFill>
                  <a:srgbClr val="231F20"/>
                </a:solidFill>
                <a:latin typeface="TimesTenLTStd-Italic"/>
              </a:rPr>
              <a:t>D 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type is used, such as </a:t>
            </a:r>
            <a:r>
              <a:rPr lang="en-IN" i="1" dirty="0">
                <a:solidFill>
                  <a:srgbClr val="231F20"/>
                </a:solidFill>
                <a:latin typeface="TimesTenLTStd-Italic"/>
              </a:rPr>
              <a:t>JK 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or </a:t>
            </a:r>
            <a:r>
              <a:rPr lang="en-IN" i="1" dirty="0">
                <a:solidFill>
                  <a:srgbClr val="231F20"/>
                </a:solidFill>
                <a:latin typeface="TimesTenLTStd-Italic"/>
              </a:rPr>
              <a:t>T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, it is necessary to refer to the corresponding characteristic table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36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91091" y="205982"/>
            <a:ext cx="5871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with JK Flip Flops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ED88940-4611-4B64-BE6B-24B5230F1A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465" y="1509570"/>
            <a:ext cx="4381498" cy="41292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EFD266-9BA8-4989-9171-7B7C1E63F09A}"/>
              </a:ext>
            </a:extLst>
          </p:cNvPr>
          <p:cNvSpPr/>
          <p:nvPr/>
        </p:nvSpPr>
        <p:spPr>
          <a:xfrm>
            <a:off x="4548963" y="125641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231F20"/>
                </a:solidFill>
                <a:latin typeface="TimesTenLTStd-Roman"/>
              </a:rPr>
              <a:t>Flip-flop input equations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708BA-14CC-4348-8F7D-41022E64D318}"/>
              </a:ext>
            </a:extLst>
          </p:cNvPr>
          <p:cNvSpPr txBox="1"/>
          <p:nvPr/>
        </p:nvSpPr>
        <p:spPr>
          <a:xfrm>
            <a:off x="5257800" y="2180149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J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A5882-1BDF-40F6-812F-FB08740E5BF3}"/>
              </a:ext>
            </a:extLst>
          </p:cNvPr>
          <p:cNvSpPr txBox="1"/>
          <p:nvPr/>
        </p:nvSpPr>
        <p:spPr>
          <a:xfrm>
            <a:off x="5257800" y="2768222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K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B</a:t>
            </a:r>
            <a:r>
              <a:rPr kumimoji="0" lang="en-IN" sz="24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x’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E27CF-E5C3-4638-B87B-684A25992FB2}"/>
              </a:ext>
            </a:extLst>
          </p:cNvPr>
          <p:cNvSpPr txBox="1"/>
          <p:nvPr/>
        </p:nvSpPr>
        <p:spPr>
          <a:xfrm>
            <a:off x="5257800" y="3429000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J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x’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F021CF-7C4F-4297-9E8D-F386F248086D}"/>
                  </a:ext>
                </a:extLst>
              </p:cNvPr>
              <p:cNvSpPr txBox="1"/>
              <p:nvPr/>
            </p:nvSpPr>
            <p:spPr>
              <a:xfrm>
                <a:off x="5257800" y="4110065"/>
                <a:ext cx="8345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K</a:t>
                </a: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B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 = A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 x 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F021CF-7C4F-4297-9E8D-F386F24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4110065"/>
                <a:ext cx="8345488" cy="461665"/>
              </a:xfrm>
              <a:prstGeom prst="rect">
                <a:avLst/>
              </a:prstGeom>
              <a:blipFill>
                <a:blip r:embed="rId6"/>
                <a:stretch>
                  <a:fillRect l="-1169" t="-11842" b="-27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01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46645" y="191397"/>
            <a:ext cx="5645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with JK Flip Flops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EFD266-9BA8-4989-9171-7B7C1E63F09A}"/>
              </a:ext>
            </a:extLst>
          </p:cNvPr>
          <p:cNvSpPr/>
          <p:nvPr/>
        </p:nvSpPr>
        <p:spPr>
          <a:xfrm>
            <a:off x="0" y="115380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Flip-flop input equations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708BA-14CC-4348-8F7D-41022E64D318}"/>
              </a:ext>
            </a:extLst>
          </p:cNvPr>
          <p:cNvSpPr txBox="1"/>
          <p:nvPr/>
        </p:nvSpPr>
        <p:spPr>
          <a:xfrm>
            <a:off x="152400" y="1708070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J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A5882-1BDF-40F6-812F-FB08740E5BF3}"/>
              </a:ext>
            </a:extLst>
          </p:cNvPr>
          <p:cNvSpPr txBox="1"/>
          <p:nvPr/>
        </p:nvSpPr>
        <p:spPr>
          <a:xfrm>
            <a:off x="1295400" y="1708069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K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B x’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E27CF-E5C3-4638-B87B-684A25992FB2}"/>
              </a:ext>
            </a:extLst>
          </p:cNvPr>
          <p:cNvSpPr txBox="1"/>
          <p:nvPr/>
        </p:nvSpPr>
        <p:spPr>
          <a:xfrm>
            <a:off x="147084" y="2262466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J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x’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F021CF-7C4F-4297-9E8D-F386F248086D}"/>
                  </a:ext>
                </a:extLst>
              </p:cNvPr>
              <p:cNvSpPr txBox="1"/>
              <p:nvPr/>
            </p:nvSpPr>
            <p:spPr>
              <a:xfrm>
                <a:off x="1143000" y="2262466"/>
                <a:ext cx="83454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K</a:t>
                </a: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B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 = A </a:t>
                </a:r>
                <a14:m>
                  <m:oMath xmlns:m="http://schemas.openxmlformats.org/officeDocument/2006/math">
                    <m:r>
                      <a:rPr kumimoji="0" lang="en-I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⊕</m:t>
                    </m:r>
                  </m:oMath>
                </a14:m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TimesTenLTStd-Roman"/>
                    <a:ea typeface="+mn-ea"/>
                    <a:cs typeface="+mn-cs"/>
                  </a:rPr>
                  <a:t> x 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F021CF-7C4F-4297-9E8D-F386F24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262466"/>
                <a:ext cx="8345488" cy="461665"/>
              </a:xfrm>
              <a:prstGeom prst="rect">
                <a:avLst/>
              </a:prstGeom>
              <a:blipFill>
                <a:blip r:embed="rId4"/>
                <a:stretch>
                  <a:fillRect l="-1169" t="-11842" b="-27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5B5E49C8-B0C4-4759-8D36-EE654E21F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2105" y="2368846"/>
            <a:ext cx="1971675" cy="39719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5236AB9-396B-4BB7-B0E8-E639202E81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0" y="2331210"/>
            <a:ext cx="1543050" cy="39814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C74E606-8DA2-496D-B56D-ED5F7422B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89171" y="2368845"/>
            <a:ext cx="78105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8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65770EE5-EFDE-498A-856B-3242FAB79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5596" y="2563182"/>
            <a:ext cx="3009900" cy="2581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54084" y="168862"/>
            <a:ext cx="5817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with JK Flip Flops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AE44B66-9C83-4B05-85B8-02E5745E42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7807" y="1363990"/>
            <a:ext cx="1575454" cy="317374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B0E1B0-588C-463D-9973-477D298456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000" y="1363990"/>
            <a:ext cx="1232964" cy="31813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94BFAB2-ADBE-40E7-8F73-950774EF5C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04908" y="1371600"/>
            <a:ext cx="624092" cy="317374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43A5FEB-2AB6-461E-BF6A-06C44D8AE8A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50615" y="2563182"/>
            <a:ext cx="790575" cy="79057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270180-114D-4481-9165-DF68C99E28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2050" y="3199467"/>
            <a:ext cx="1085850" cy="267652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CAEA583-93F1-442E-B2E5-CDEF3CA50A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50615" y="1957399"/>
            <a:ext cx="600075" cy="92392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9E0ED8B-D51C-4CAA-8386-DB18E6AB8AA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41190" y="5050819"/>
            <a:ext cx="2933700" cy="79057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A404A679-B76B-427B-8F72-05265836BD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04595" y="3387971"/>
            <a:ext cx="266700" cy="16383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313C86C0-6EB0-4C8A-A87C-CEB4816A78B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37907" y="2000261"/>
            <a:ext cx="600075" cy="838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DB8A04D-DF5F-478D-96BB-79F50554494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70956" y="3088273"/>
            <a:ext cx="2266950" cy="225742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74B87018-EA21-4692-A6F0-6B12BA67058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237906" y="5663841"/>
            <a:ext cx="6000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7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4B6BC-0BD0-EE3B-34A7-7039220F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12475C74-71C1-73CE-D12B-6975FC37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14" y="581357"/>
            <a:ext cx="8200662" cy="526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27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A1179-A7F5-33F2-6170-7F486838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6712D97-9DB5-F92B-CECE-CE6E29B4BD83}"/>
              </a:ext>
            </a:extLst>
          </p:cNvPr>
          <p:cNvSpPr txBox="1"/>
          <p:nvPr/>
        </p:nvSpPr>
        <p:spPr>
          <a:xfrm>
            <a:off x="2854084" y="168862"/>
            <a:ext cx="58172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Mealy and Moore</a:t>
            </a:r>
            <a:r>
              <a:rPr kumimoji="0" lang="en-US" sz="4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Models of Finite State Machines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F1103B8F-B40F-9124-2481-31CBCFF9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4E4D18-248A-64BE-F5E0-8E892CD0DFA0}"/>
              </a:ext>
            </a:extLst>
          </p:cNvPr>
          <p:cNvSpPr/>
          <p:nvPr/>
        </p:nvSpPr>
        <p:spPr>
          <a:xfrm>
            <a:off x="762000" y="1905000"/>
            <a:ext cx="5817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A sequential circuit has inputs, outputs, and internal states. </a:t>
            </a:r>
            <a:br>
              <a:rPr lang="en-IN" dirty="0"/>
            </a:b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627D6-6161-DD3D-B265-10490B320EF6}"/>
              </a:ext>
            </a:extLst>
          </p:cNvPr>
          <p:cNvSpPr/>
          <p:nvPr/>
        </p:nvSpPr>
        <p:spPr>
          <a:xfrm>
            <a:off x="769087" y="2666881"/>
            <a:ext cx="79022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There are two models of sequential circuits: the </a:t>
            </a:r>
            <a:r>
              <a:rPr lang="en-IN" b="1" dirty="0">
                <a:solidFill>
                  <a:srgbClr val="231F20"/>
                </a:solidFill>
                <a:latin typeface="TimesTenLTStd-Roman"/>
              </a:rPr>
              <a:t>Mealy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model and the </a:t>
            </a:r>
            <a:r>
              <a:rPr lang="en-IN" b="1" dirty="0">
                <a:solidFill>
                  <a:srgbClr val="231F20"/>
                </a:solidFill>
                <a:latin typeface="TimesTenLTStd-Roman"/>
              </a:rPr>
              <a:t>Moore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model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B7277-FC53-D683-5920-E966099B85E8}"/>
              </a:ext>
            </a:extLst>
          </p:cNvPr>
          <p:cNvSpPr/>
          <p:nvPr/>
        </p:nvSpPr>
        <p:spPr>
          <a:xfrm>
            <a:off x="769087" y="3429890"/>
            <a:ext cx="548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They differ only in the way the output is generated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B27219-F839-E176-ED3E-10EC817C7999}"/>
              </a:ext>
            </a:extLst>
          </p:cNvPr>
          <p:cNvSpPr/>
          <p:nvPr/>
        </p:nvSpPr>
        <p:spPr>
          <a:xfrm>
            <a:off x="769086" y="4192899"/>
            <a:ext cx="8146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In the Mealy model, the output is a function of both the present state and the input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1428A3-8BEE-BA30-A26D-8F73AF968988}"/>
              </a:ext>
            </a:extLst>
          </p:cNvPr>
          <p:cNvSpPr/>
          <p:nvPr/>
        </p:nvSpPr>
        <p:spPr>
          <a:xfrm>
            <a:off x="769086" y="4790264"/>
            <a:ext cx="80701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In the Moore model, the output is a function of only the present state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51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4" y="168862"/>
            <a:ext cx="58172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Mealy and Moore</a:t>
            </a:r>
            <a:r>
              <a:rPr kumimoji="0" lang="en-US" sz="4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Models of Finite State Machines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901A88-2973-48C5-A839-B5F1DF441022}"/>
              </a:ext>
            </a:extLst>
          </p:cNvPr>
          <p:cNvSpPr/>
          <p:nvPr/>
        </p:nvSpPr>
        <p:spPr>
          <a:xfrm>
            <a:off x="762000" y="1905000"/>
            <a:ext cx="5817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A sequential circuit has inputs, outputs, and internal states. </a:t>
            </a:r>
            <a:br>
              <a:rPr lang="en-IN" dirty="0"/>
            </a:b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942127-F87F-4031-8985-A863B7C30EF5}"/>
              </a:ext>
            </a:extLst>
          </p:cNvPr>
          <p:cNvSpPr/>
          <p:nvPr/>
        </p:nvSpPr>
        <p:spPr>
          <a:xfrm>
            <a:off x="769087" y="2666881"/>
            <a:ext cx="79022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There are two models of sequential circuits: the </a:t>
            </a:r>
            <a:r>
              <a:rPr lang="en-IN" b="1" dirty="0">
                <a:solidFill>
                  <a:srgbClr val="231F20"/>
                </a:solidFill>
                <a:latin typeface="TimesTenLTStd-Roman"/>
              </a:rPr>
              <a:t>Mealy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model and the </a:t>
            </a:r>
            <a:r>
              <a:rPr lang="en-IN" b="1" dirty="0">
                <a:solidFill>
                  <a:srgbClr val="231F20"/>
                </a:solidFill>
                <a:latin typeface="TimesTenLTStd-Roman"/>
              </a:rPr>
              <a:t>Moore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model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40C48F-C6EB-4874-9D02-BD3BEBD64B2C}"/>
              </a:ext>
            </a:extLst>
          </p:cNvPr>
          <p:cNvSpPr/>
          <p:nvPr/>
        </p:nvSpPr>
        <p:spPr>
          <a:xfrm>
            <a:off x="769087" y="3429890"/>
            <a:ext cx="548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They differ only in the way the output is generated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A29860-D80A-410C-AF6F-B73F5E656FEB}"/>
              </a:ext>
            </a:extLst>
          </p:cNvPr>
          <p:cNvSpPr/>
          <p:nvPr/>
        </p:nvSpPr>
        <p:spPr>
          <a:xfrm>
            <a:off x="769086" y="4192899"/>
            <a:ext cx="8146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In the Mealy model, the output is a function of both the present state and the input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050668-71A0-458D-9A7C-B96B1DB3C8C0}"/>
              </a:ext>
            </a:extLst>
          </p:cNvPr>
          <p:cNvSpPr/>
          <p:nvPr/>
        </p:nvSpPr>
        <p:spPr>
          <a:xfrm>
            <a:off x="769086" y="4790264"/>
            <a:ext cx="80701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In the Moore model, the output is a function of only the present state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66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4" y="168862"/>
            <a:ext cx="6137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Mealy and Moore machines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901A88-2973-48C5-A839-B5F1DF441022}"/>
              </a:ext>
            </a:extLst>
          </p:cNvPr>
          <p:cNvSpPr/>
          <p:nvPr/>
        </p:nvSpPr>
        <p:spPr>
          <a:xfrm>
            <a:off x="2896407" y="2993332"/>
            <a:ext cx="58172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Block diagram of a Mealy Machine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CAE1BA8-BC7E-4E01-BF1F-899125528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295400"/>
            <a:ext cx="8534400" cy="14639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6284CF-059D-4A2F-8C16-1EC5A2E2BE46}"/>
              </a:ext>
            </a:extLst>
          </p:cNvPr>
          <p:cNvSpPr/>
          <p:nvPr/>
        </p:nvSpPr>
        <p:spPr>
          <a:xfrm>
            <a:off x="2834591" y="5352384"/>
            <a:ext cx="58172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Block diagram of a Moore Machine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FDD587F-527D-4AF5-9D73-3ED0B20201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488" y="3745580"/>
            <a:ext cx="8839200" cy="122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0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4" y="168862"/>
            <a:ext cx="6137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Mealy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3DB0191-5CE2-47E4-8DE7-91277C1FC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930" y="1048084"/>
            <a:ext cx="8762670" cy="28718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519EAD-E03C-43E4-BEC7-E3AFD9B1B0F8}"/>
              </a:ext>
            </a:extLst>
          </p:cNvPr>
          <p:cNvSpPr/>
          <p:nvPr/>
        </p:nvSpPr>
        <p:spPr>
          <a:xfrm>
            <a:off x="1143000" y="4572000"/>
            <a:ext cx="5817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above state machine is Mealy type because the output “y” is a function of present states and input “x”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72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4" y="168862"/>
            <a:ext cx="6137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Mealy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3DB0191-5CE2-47E4-8DE7-91277C1FC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930" y="1048084"/>
            <a:ext cx="8762670" cy="28718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519EAD-E03C-43E4-BEC7-E3AFD9B1B0F8}"/>
              </a:ext>
            </a:extLst>
          </p:cNvPr>
          <p:cNvSpPr/>
          <p:nvPr/>
        </p:nvSpPr>
        <p:spPr>
          <a:xfrm>
            <a:off x="1143000" y="4572000"/>
            <a:ext cx="5817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The above state machine is Mealy type because the output “y” is a function of present states and input “x”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47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4" y="168862"/>
            <a:ext cx="6137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Moore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519EAD-E03C-43E4-BEC7-E3AFD9B1B0F8}"/>
              </a:ext>
            </a:extLst>
          </p:cNvPr>
          <p:cNvSpPr/>
          <p:nvPr/>
        </p:nvSpPr>
        <p:spPr>
          <a:xfrm>
            <a:off x="1143000" y="4572000"/>
            <a:ext cx="5817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The above state machine is Moore type because the output “y” is a function of present states “A” and “B” only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AB5574-EE0F-42B5-AD62-5FF6D7434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524580"/>
            <a:ext cx="8534400" cy="23783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4353DD-5DEF-489D-A79B-4BBF25339BFE}"/>
              </a:ext>
            </a:extLst>
          </p:cNvPr>
          <p:cNvSpPr/>
          <p:nvPr/>
        </p:nvSpPr>
        <p:spPr>
          <a:xfrm>
            <a:off x="1143000" y="5564253"/>
            <a:ext cx="5817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Obtain the flip flop input equations, output equation, state table and state diagram of the above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circuit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66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4" y="168862"/>
            <a:ext cx="6137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Moore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9AB5574-EE0F-42B5-AD62-5FF6D7434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524580"/>
            <a:ext cx="8534400" cy="2378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52E0B5-1632-4ADB-994B-82AC289D050E}"/>
              </a:ext>
            </a:extLst>
          </p:cNvPr>
          <p:cNvSpPr txBox="1"/>
          <p:nvPr/>
        </p:nvSpPr>
        <p:spPr>
          <a:xfrm>
            <a:off x="3810000" y="4400107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Bx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879981-5086-40AC-A41A-3B81BD496FDA}"/>
              </a:ext>
            </a:extLst>
          </p:cNvPr>
          <p:cNvSpPr txBox="1"/>
          <p:nvPr/>
        </p:nvSpPr>
        <p:spPr>
          <a:xfrm>
            <a:off x="3886200" y="5128134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x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F06B8-6772-4BE3-B402-A0604CCBE912}"/>
              </a:ext>
            </a:extLst>
          </p:cNvPr>
          <p:cNvSpPr txBox="1"/>
          <p:nvPr/>
        </p:nvSpPr>
        <p:spPr>
          <a:xfrm>
            <a:off x="3895060" y="5818947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Y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AB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35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4" y="168862"/>
            <a:ext cx="6137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Moore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52E0B5-1632-4ADB-994B-82AC289D050E}"/>
              </a:ext>
            </a:extLst>
          </p:cNvPr>
          <p:cNvSpPr txBox="1"/>
          <p:nvPr/>
        </p:nvSpPr>
        <p:spPr>
          <a:xfrm>
            <a:off x="304800" y="1123617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Bx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879981-5086-40AC-A41A-3B81BD496FDA}"/>
              </a:ext>
            </a:extLst>
          </p:cNvPr>
          <p:cNvSpPr txBox="1"/>
          <p:nvPr/>
        </p:nvSpPr>
        <p:spPr>
          <a:xfrm>
            <a:off x="304800" y="1611946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x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F06B8-6772-4BE3-B402-A0604CCBE912}"/>
              </a:ext>
            </a:extLst>
          </p:cNvPr>
          <p:cNvSpPr txBox="1"/>
          <p:nvPr/>
        </p:nvSpPr>
        <p:spPr>
          <a:xfrm>
            <a:off x="304800" y="2073611"/>
            <a:ext cx="83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Y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= AB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308AE18-0026-45F6-A836-DD5D4052F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3059" y="2073611"/>
            <a:ext cx="1162050" cy="37719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3A13553-2E17-473D-8B18-465CC3B13D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5401" y="2099125"/>
            <a:ext cx="781050" cy="37433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DBBC8A1-587A-424F-93A9-8563536D4B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03876" y="2070550"/>
            <a:ext cx="781050" cy="3771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3BAD1DC-F712-45AC-AEE0-459EEF8286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45635" y="2177979"/>
            <a:ext cx="4000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9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4" y="168862"/>
            <a:ext cx="6137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Moore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308AE18-0026-45F6-A836-DD5D4052F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983" y="1222261"/>
            <a:ext cx="1162050" cy="37719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3A13553-2E17-473D-8B18-465CC3B13D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19325" y="1247775"/>
            <a:ext cx="781050" cy="37433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DBBC8A1-587A-424F-93A9-8563536D4B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47800" y="1219200"/>
            <a:ext cx="781050" cy="3771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3BAD1DC-F712-45AC-AEE0-459EEF8286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89559" y="1326629"/>
            <a:ext cx="400050" cy="366712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59FF944-1CB8-453A-89F8-380C553EB5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09560" y="1676400"/>
            <a:ext cx="790575" cy="79057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2AF516E-8651-4DD2-8477-07F40CF628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09560" y="1048084"/>
            <a:ext cx="600075" cy="8953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79294E8-4FC4-4B58-B848-F6A25901E2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4420" y="1676400"/>
            <a:ext cx="3752850" cy="79057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9CAA422-5AA8-4313-977E-592C6980F86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48600" y="1061153"/>
            <a:ext cx="600075" cy="8858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B7A8DAA-6E99-4938-A2A7-DBB0C2C622D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24800" y="2433305"/>
            <a:ext cx="790575" cy="30670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4BDA6D6-B2B4-4A24-ADE7-C4E235CDAD5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924800" y="5181600"/>
            <a:ext cx="600075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DA47EB3-1C5A-4EDB-A230-58EBEFB65F0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14800" y="4658059"/>
            <a:ext cx="3810000" cy="79057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0A23CB2-56D5-4F5B-9F81-C385D0A1389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409597" y="2333959"/>
            <a:ext cx="200025" cy="23241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A65C440-A006-414E-B97D-D459F2B5739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109559" y="5162767"/>
            <a:ext cx="600075" cy="914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7B9CF2C-3196-420F-A440-DF3CDF016522}"/>
              </a:ext>
            </a:extLst>
          </p:cNvPr>
          <p:cNvSpPr/>
          <p:nvPr/>
        </p:nvSpPr>
        <p:spPr>
          <a:xfrm>
            <a:off x="588999" y="6046125"/>
            <a:ext cx="89794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input value in the state diagram is </a:t>
            </a:r>
            <a:r>
              <a:rPr lang="en-IN" dirty="0" err="1">
                <a:solidFill>
                  <a:srgbClr val="231F20"/>
                </a:solidFill>
                <a:latin typeface="TimesTenLTStd-Roman"/>
              </a:rPr>
              <a:t>labeled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along the directed line, but the output</a:t>
            </a:r>
            <a:br>
              <a:rPr lang="en-IN" dirty="0">
                <a:solidFill>
                  <a:srgbClr val="231F20"/>
                </a:solidFill>
                <a:latin typeface="TimesTenLTStd-Roman"/>
              </a:rPr>
            </a:br>
            <a:r>
              <a:rPr lang="en-IN" dirty="0">
                <a:solidFill>
                  <a:srgbClr val="231F20"/>
                </a:solidFill>
                <a:latin typeface="TimesTenLTStd-Roman"/>
              </a:rPr>
              <a:t>value is indicated inside the circle together with the present state.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450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3" y="168862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 to logic diagram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7B9CF2C-3196-420F-A440-DF3CDF016522}"/>
              </a:ext>
            </a:extLst>
          </p:cNvPr>
          <p:cNvSpPr/>
          <p:nvPr/>
        </p:nvSpPr>
        <p:spPr>
          <a:xfrm>
            <a:off x="533400" y="1219200"/>
            <a:ext cx="8979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From the below state diagram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obtain the state table and implement the 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logic circuit using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D flip flops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4E72D26-BDB1-4255-8E19-5D5FA86EC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9800" y="1924231"/>
            <a:ext cx="4867275" cy="47339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B68C2EE-A3FC-4975-97BE-4E6FB3C0F2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2330" y="4419600"/>
            <a:ext cx="25717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3" y="168862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 to logic diagram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4E72D26-BDB1-4255-8E19-5D5FA86EC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" y="1143000"/>
            <a:ext cx="3667126" cy="356665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521218A-084B-45AC-A75B-A620ECC24C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4400" y="1828800"/>
            <a:ext cx="1162050" cy="37719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4B705EB-C652-4A73-866C-F6D5C86698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09059" y="1828800"/>
            <a:ext cx="781050" cy="37719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A6E7BC-0597-4BF9-BE78-687493FD81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12718" y="1918502"/>
            <a:ext cx="400050" cy="36671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4ED747A-73E4-4E51-83FE-3017F10348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1975" y="2976218"/>
            <a:ext cx="200026" cy="12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4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3" y="168862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 to logic diagram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521218A-084B-45AC-A75B-A620ECC24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600" y="1143000"/>
            <a:ext cx="1162050" cy="37719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4B705EB-C652-4A73-866C-F6D5C86698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3259" y="1143000"/>
            <a:ext cx="781050" cy="37719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A6E7BC-0597-4BF9-BE78-687493FD81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16918" y="1232702"/>
            <a:ext cx="400050" cy="3667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2D8E22-B630-4232-885C-969949C2F3E9}"/>
              </a:ext>
            </a:extLst>
          </p:cNvPr>
          <p:cNvSpPr txBox="1"/>
          <p:nvPr/>
        </p:nvSpPr>
        <p:spPr>
          <a:xfrm>
            <a:off x="3276600" y="137160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289387D-B852-4C92-9082-B139AF9899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62400" y="1561311"/>
            <a:ext cx="2746670" cy="165672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2AC40B8-4F92-4383-91DE-90F9D57803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94125" y="2739062"/>
            <a:ext cx="457200" cy="45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77F17F-D860-40AB-A646-EB026371E811}"/>
              </a:ext>
            </a:extLst>
          </p:cNvPr>
          <p:cNvSpPr txBox="1"/>
          <p:nvPr/>
        </p:nvSpPr>
        <p:spPr>
          <a:xfrm>
            <a:off x="6906148" y="2757951"/>
            <a:ext cx="1780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 =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ABx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BD2161-F89E-4A70-8B4A-FEA86FF334CF}"/>
              </a:ext>
            </a:extLst>
          </p:cNvPr>
          <p:cNvSpPr txBox="1"/>
          <p:nvPr/>
        </p:nvSpPr>
        <p:spPr>
          <a:xfrm>
            <a:off x="3276600" y="3244269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4D468B6-4615-4E57-B981-D77F4346439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51025" y="3438630"/>
            <a:ext cx="2400300" cy="14478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1A7F2D3-71B1-4758-9FC1-95BB55F752A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80558" y="4038600"/>
            <a:ext cx="762000" cy="74961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A7B94F-C188-475B-9825-123CC1684BD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6228457" y="4038600"/>
            <a:ext cx="762000" cy="7496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189EF2-F7D9-428E-80E4-564761B8FA51}"/>
              </a:ext>
            </a:extLst>
          </p:cNvPr>
          <p:cNvSpPr txBox="1"/>
          <p:nvPr/>
        </p:nvSpPr>
        <p:spPr>
          <a:xfrm>
            <a:off x="7119989" y="4326545"/>
            <a:ext cx="1780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 = x’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090AF-EFB8-4A63-91E6-D4B2A092E299}"/>
              </a:ext>
            </a:extLst>
          </p:cNvPr>
          <p:cNvSpPr txBox="1"/>
          <p:nvPr/>
        </p:nvSpPr>
        <p:spPr>
          <a:xfrm>
            <a:off x="3400006" y="4956628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y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232B9F4-0FF6-4134-85AB-BD217428BEF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62450" y="5129917"/>
            <a:ext cx="2400300" cy="14478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71861F-9FC7-4960-BD8B-BE6E77E08D5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78649" y="5715000"/>
            <a:ext cx="304800" cy="8001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C60E21B-E6FD-4326-A595-425ABC66D665}"/>
              </a:ext>
            </a:extLst>
          </p:cNvPr>
          <p:cNvSpPr txBox="1"/>
          <p:nvPr/>
        </p:nvSpPr>
        <p:spPr>
          <a:xfrm>
            <a:off x="7119989" y="5715000"/>
            <a:ext cx="1780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y =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Bx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94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6" grpId="0"/>
      <p:bldP spid="18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3" y="168862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 to logic diagram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A33D03-2EA4-4C79-B420-CF7115100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2209800"/>
            <a:ext cx="8534400" cy="25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05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3" y="168862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 to logic diagram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124AA69C-6553-4241-8004-5F273C0C7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7400" y="1037456"/>
            <a:ext cx="4781550" cy="4076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95E2A4-4423-4351-89A4-75F9D9B74D6A}"/>
              </a:ext>
            </a:extLst>
          </p:cNvPr>
          <p:cNvSpPr/>
          <p:nvPr/>
        </p:nvSpPr>
        <p:spPr>
          <a:xfrm>
            <a:off x="543559" y="5371979"/>
            <a:ext cx="8979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From the above state diagram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obtain the state table and implement the 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logic circuit using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 flip flops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83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3" y="168862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 to logic diagram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124AA69C-6553-4241-8004-5F273C0C7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1143000"/>
            <a:ext cx="3600450" cy="306970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7881EF0-4EDC-426C-9FD3-F30E49B66C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3400" y="1143000"/>
            <a:ext cx="1162050" cy="37719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84C3E09-D33A-4E99-AB83-330E8A177A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05450" y="1143000"/>
            <a:ext cx="781050" cy="37719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0BFB9B6-9440-4D4C-B6A4-D5B951B5C0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1247775"/>
            <a:ext cx="400050" cy="366712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E5EE2CF-540F-4D1F-A97D-1EDAE94EE8D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1178442"/>
            <a:ext cx="7810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9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4083" y="168862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 to logic diagram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7881EF0-4EDC-426C-9FD3-F30E49B66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550" y="1219200"/>
            <a:ext cx="1162050" cy="37719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84C3E09-D33A-4E99-AB83-330E8A177A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52600" y="1219200"/>
            <a:ext cx="781050" cy="37719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0BFB9B6-9440-4D4C-B6A4-D5B951B5C0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33650" y="1323975"/>
            <a:ext cx="400050" cy="366712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E5EE2CF-540F-4D1F-A97D-1EDAE94EE8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0" y="1254642"/>
            <a:ext cx="781050" cy="3743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903CAB-8E83-4C7B-BCF9-230401BAA478}"/>
              </a:ext>
            </a:extLst>
          </p:cNvPr>
          <p:cNvSpPr txBox="1"/>
          <p:nvPr/>
        </p:nvSpPr>
        <p:spPr>
          <a:xfrm>
            <a:off x="4019550" y="1093142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7C08B5-5008-40D8-A28F-623C0D3FB3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34615" y="1678504"/>
            <a:ext cx="2400300" cy="1447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51BB014-1F4B-4907-8260-4B3D87CB197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82365" y="2268682"/>
            <a:ext cx="304800" cy="8001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EEEC516-CE70-447E-B682-712A10FB37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36858" y="2279811"/>
            <a:ext cx="304800" cy="8001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E73510-EB67-4E6F-BE82-A6B996966C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05450" y="2251364"/>
            <a:ext cx="800100" cy="304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07D416-4213-43A1-9556-63E17629E731}"/>
              </a:ext>
            </a:extLst>
          </p:cNvPr>
          <p:cNvSpPr txBox="1"/>
          <p:nvPr/>
        </p:nvSpPr>
        <p:spPr>
          <a:xfrm>
            <a:off x="6349278" y="2556164"/>
            <a:ext cx="3515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TA =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B’x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+ A’B +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Bx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’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0DAFBA-A8A8-45C1-8198-877BB9356AC6}"/>
              </a:ext>
            </a:extLst>
          </p:cNvPr>
          <p:cNvSpPr txBox="1"/>
          <p:nvPr/>
        </p:nvSpPr>
        <p:spPr>
          <a:xfrm>
            <a:off x="4091765" y="3200244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268697E-8D29-4956-802D-581957B1BE4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73530" y="3573235"/>
            <a:ext cx="2400300" cy="14478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205E97E-5C84-487E-A27C-21465E5406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929965" y="4128647"/>
            <a:ext cx="304800" cy="8001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6110BE-3FED-4D90-B5C7-246DD2FDFE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991100" y="4128647"/>
            <a:ext cx="800100" cy="3048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4D84F6-C91F-4CFF-B2A7-2B1A434285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99078" y="4139124"/>
            <a:ext cx="304800" cy="8001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C3977A7-DAF9-4F7D-8999-DF116B69A8C8}"/>
              </a:ext>
            </a:extLst>
          </p:cNvPr>
          <p:cNvSpPr txBox="1"/>
          <p:nvPr/>
        </p:nvSpPr>
        <p:spPr>
          <a:xfrm>
            <a:off x="6834965" y="4248781"/>
            <a:ext cx="3515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TB =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B’x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’ + A’B’ +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Bx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DCC87-39C4-4AAF-9F05-6B9F3E3E6260}"/>
              </a:ext>
            </a:extLst>
          </p:cNvPr>
          <p:cNvSpPr txBox="1"/>
          <p:nvPr/>
        </p:nvSpPr>
        <p:spPr>
          <a:xfrm>
            <a:off x="4133150" y="5029741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B1596DCC-0D17-4A11-8CAD-DD567834C0C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572000" y="5272548"/>
            <a:ext cx="2400300" cy="14478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D61FFBC-DC26-4612-9E7A-102E0E65C92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063440" y="5876746"/>
            <a:ext cx="771525" cy="7715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DA2F7C0-2713-4297-A387-EE3A3CB55C02}"/>
              </a:ext>
            </a:extLst>
          </p:cNvPr>
          <p:cNvSpPr txBox="1"/>
          <p:nvPr/>
        </p:nvSpPr>
        <p:spPr>
          <a:xfrm>
            <a:off x="6972300" y="6077842"/>
            <a:ext cx="3515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y=B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078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20" grpId="0"/>
      <p:bldP spid="21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343400" y="182197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Calibri"/>
              </a:rPr>
              <a:t>State Machines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478878-DFDC-4C6B-93EE-286CB56E955E}"/>
              </a:ext>
            </a:extLst>
          </p:cNvPr>
          <p:cNvSpPr/>
          <p:nvPr/>
        </p:nvSpPr>
        <p:spPr>
          <a:xfrm>
            <a:off x="381000" y="1295400"/>
            <a:ext cx="8979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So far, we have analysed a given state machine by writing its state equations, listing the state tables and drawing state diagrams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34B6BD-377B-41A2-8A27-807E13C3269D}"/>
              </a:ext>
            </a:extLst>
          </p:cNvPr>
          <p:cNvSpPr/>
          <p:nvPr/>
        </p:nvSpPr>
        <p:spPr>
          <a:xfrm>
            <a:off x="380999" y="2371011"/>
            <a:ext cx="89794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Similarly, we also converted a given state diagram to logic using flip flops and gates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C71913-378F-467A-8197-C83D07E80FCF}"/>
              </a:ext>
            </a:extLst>
          </p:cNvPr>
          <p:cNvSpPr/>
          <p:nvPr/>
        </p:nvSpPr>
        <p:spPr>
          <a:xfrm>
            <a:off x="380999" y="3409507"/>
            <a:ext cx="8979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The ultimate skill to develop now is to convert a verbal description to a state diagram and obtain the relevant logic using flip flops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0BF648-92DF-4DA5-BA78-718F09DAFF5E}"/>
              </a:ext>
            </a:extLst>
          </p:cNvPr>
          <p:cNvSpPr/>
          <p:nvPr/>
        </p:nvSpPr>
        <p:spPr>
          <a:xfrm>
            <a:off x="370366" y="4648200"/>
            <a:ext cx="89794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Let us now construct a simple </a:t>
            </a:r>
            <a:r>
              <a:rPr lang="en-IN" dirty="0" err="1">
                <a:solidFill>
                  <a:srgbClr val="231F20"/>
                </a:solidFill>
                <a:latin typeface="TimesTenLTStd-Roman"/>
              </a:rPr>
              <a:t>coca-cola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vending machine!!!!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77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343400" y="182197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Machines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478878-DFDC-4C6B-93EE-286CB56E955E}"/>
              </a:ext>
            </a:extLst>
          </p:cNvPr>
          <p:cNvSpPr/>
          <p:nvPr/>
        </p:nvSpPr>
        <p:spPr>
          <a:xfrm>
            <a:off x="153950" y="1295400"/>
            <a:ext cx="85328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Here is how the vending machine is supposed to 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31F20"/>
                </a:solidFill>
                <a:latin typeface="TimesTenLTStd-Roman"/>
              </a:rPr>
              <a:t>The vending machine delivers the cool drink after it receives 15</a:t>
            </a:r>
            <a:r>
              <a:rPr lang="en-IN" dirty="0"/>
              <a:t> ₹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in coins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The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machine has a single coin slot and it accepts only 5</a:t>
            </a:r>
            <a:r>
              <a:rPr lang="en-IN" dirty="0"/>
              <a:t> ₹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and 10</a:t>
            </a:r>
            <a:r>
              <a:rPr lang="en-IN" dirty="0"/>
              <a:t> ₹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TenLTStd-Roman"/>
                <a:ea typeface="+mn-ea"/>
                <a:cs typeface="+mn-cs"/>
              </a:rPr>
              <a:t> coins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, one coin at a 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31F20"/>
                </a:solidFill>
                <a:latin typeface="TimesTenLTStd-Roman"/>
              </a:rPr>
              <a:t>A sensor inside the machine indicates whether 5</a:t>
            </a:r>
            <a:r>
              <a:rPr lang="en-IN" dirty="0"/>
              <a:t> ₹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coin or 10</a:t>
            </a:r>
            <a:r>
              <a:rPr lang="en-IN" dirty="0"/>
              <a:t> ₹</a:t>
            </a:r>
            <a:r>
              <a:rPr lang="en-IN" dirty="0">
                <a:solidFill>
                  <a:srgbClr val="231F20"/>
                </a:solidFill>
                <a:latin typeface="TimesTenLTStd-Roman"/>
              </a:rPr>
              <a:t> coin has been inserted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31F20"/>
                </a:solidFill>
                <a:latin typeface="TimesTenLTStd-Roman"/>
              </a:rPr>
              <a:t>Ours is a greedy machine and it does not deliver change!!!</a:t>
            </a:r>
            <a:r>
              <a:rPr lang="en-IN" dirty="0"/>
              <a:t> </a:t>
            </a:r>
            <a:endParaRPr lang="en-IN" dirty="0">
              <a:solidFill>
                <a:srgbClr val="231F20"/>
              </a:solidFill>
              <a:latin typeface="TimesTenLTStd-Roman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282B7AD-A49E-4B8D-9D20-7D9645FF6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725" y="3581400"/>
            <a:ext cx="74485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3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343400" y="182197"/>
            <a:ext cx="665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Machines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237A77-2630-45F2-A702-2B263ECD6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66800"/>
            <a:ext cx="3306816" cy="5181600"/>
          </a:xfrm>
          <a:prstGeom prst="rect">
            <a:avLst/>
          </a:prstGeom>
        </p:spPr>
      </p:pic>
      <p:pic>
        <p:nvPicPr>
          <p:cNvPr id="6" name="Picture 5" descr="A close up of a coin&#10;&#10;Description generated with very high confidence">
            <a:extLst>
              <a:ext uri="{FF2B5EF4-FFF2-40B4-BE49-F238E27FC236}">
                <a16:creationId xmlns:a16="http://schemas.microsoft.com/office/drawing/2014/main" id="{DCB203AB-B887-4416-9E03-286556344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552" y="1554975"/>
            <a:ext cx="2143125" cy="2143125"/>
          </a:xfrm>
          <a:prstGeom prst="rect">
            <a:avLst/>
          </a:prstGeom>
        </p:spPr>
      </p:pic>
      <p:pic>
        <p:nvPicPr>
          <p:cNvPr id="8" name="Picture 7" descr="A close up of a coin&#10;&#10;Description generated with very high confidence">
            <a:extLst>
              <a:ext uri="{FF2B5EF4-FFF2-40B4-BE49-F238E27FC236}">
                <a16:creationId xmlns:a16="http://schemas.microsoft.com/office/drawing/2014/main" id="{C5F09522-BF7B-46E8-8752-68EB8173F0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586" y="1135912"/>
            <a:ext cx="3357634" cy="328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63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923544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diagram of vending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B916B9-D86F-44A3-B287-BE15EC7118C9}"/>
              </a:ext>
            </a:extLst>
          </p:cNvPr>
          <p:cNvSpPr/>
          <p:nvPr/>
        </p:nvSpPr>
        <p:spPr>
          <a:xfrm>
            <a:off x="164583" y="2306765"/>
            <a:ext cx="89794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Every state machine has an initial state or starting point, followed by transition states that perform different actions. A terminal state is the final state executed which usually performs clean up actions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DDFB6-BCFF-4B2B-9391-0BB80DE11676}"/>
              </a:ext>
            </a:extLst>
          </p:cNvPr>
          <p:cNvSpPr/>
          <p:nvPr/>
        </p:nvSpPr>
        <p:spPr>
          <a:xfrm>
            <a:off x="127369" y="1192322"/>
            <a:ext cx="8979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Our coca cola vending machine has two inputs, f (indicating a 5Rs coin) and X (indicating a 10Rs coin). It has one output (open, which releases cool drink when 15Rs are inserted)</a:t>
            </a:r>
            <a:endParaRPr lang="en-IN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C029D26-9660-4017-A28A-E8A74D9EB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000" y="4417362"/>
            <a:ext cx="790575" cy="7905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8445667-F7B1-49F7-B3BB-099B7C80EE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72016" y="4417361"/>
            <a:ext cx="1657350" cy="79057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CEB7890-3DA6-4795-8817-9C3E4D0B36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02752" y="4417361"/>
            <a:ext cx="1847850" cy="79057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773979C-3B5C-4A7E-B1DC-C163338588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41742" y="4417361"/>
            <a:ext cx="1924050" cy="7905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FBBFC96-4CE9-42E0-A569-3A30FC0E2A0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72599" y="3919124"/>
            <a:ext cx="3505200" cy="5143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3B157F5-4080-4E26-83EC-0FC3E341DCE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90709" y="5207936"/>
            <a:ext cx="3800475" cy="48577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CCBC1B1-9F9D-432C-9131-5EFE7395C6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52049" y="4007372"/>
            <a:ext cx="122872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4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923544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table of vending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2B85B66-D9FC-4047-A438-892B45E57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600" y="855487"/>
            <a:ext cx="2684752" cy="5943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8825E0-D687-4A96-88A9-8B38E09786D6}"/>
              </a:ext>
            </a:extLst>
          </p:cNvPr>
          <p:cNvSpPr/>
          <p:nvPr/>
        </p:nvSpPr>
        <p:spPr>
          <a:xfrm>
            <a:off x="4665952" y="1219200"/>
            <a:ext cx="411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Now we have to assign digital values to states. Since 4 states are there 2 bits are required to represent a single state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44B454-DD7C-4955-9D1E-F37BF95549F4}"/>
              </a:ext>
            </a:extLst>
          </p:cNvPr>
          <p:cNvSpPr/>
          <p:nvPr/>
        </p:nvSpPr>
        <p:spPr>
          <a:xfrm>
            <a:off x="4665952" y="2903957"/>
            <a:ext cx="411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0Rs    00</a:t>
            </a:r>
          </a:p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5Rs    01</a:t>
            </a:r>
          </a:p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10Rs  10</a:t>
            </a:r>
            <a:br>
              <a:rPr lang="en-IN" dirty="0">
                <a:solidFill>
                  <a:srgbClr val="231F20"/>
                </a:solidFill>
                <a:latin typeface="TimesTenLTStd-Roman"/>
              </a:rPr>
            </a:br>
            <a:r>
              <a:rPr lang="en-IN" dirty="0">
                <a:solidFill>
                  <a:srgbClr val="231F20"/>
                </a:solidFill>
                <a:latin typeface="TimesTenLTStd-Roman"/>
              </a:rPr>
              <a:t>15Rs  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24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923544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table of vending machine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FA64F96-653A-4C52-8FA8-539852501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990600"/>
            <a:ext cx="2512370" cy="55619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9203B0-15EE-4960-8F01-5CCC8AABAD2E}"/>
              </a:ext>
            </a:extLst>
          </p:cNvPr>
          <p:cNvSpPr/>
          <p:nvPr/>
        </p:nvSpPr>
        <p:spPr>
          <a:xfrm>
            <a:off x="4665952" y="1219200"/>
            <a:ext cx="411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231F20"/>
                </a:solidFill>
                <a:latin typeface="TimesTenLTStd-Roman"/>
              </a:rPr>
              <a:t>Now obtain the expressions for each of the next states as a function of present states and inputs. Then write down the logic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45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19600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Detector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9203B0-15EE-4960-8F01-5CCC8AABAD2E}"/>
              </a:ext>
            </a:extLst>
          </p:cNvPr>
          <p:cNvSpPr/>
          <p:nvPr/>
        </p:nvSpPr>
        <p:spPr>
          <a:xfrm>
            <a:off x="685800" y="12192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detector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sequential circuit that outputs 1 when a particular pattern of bits sequentially arrives at its data input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7F3831-52E0-4B5F-8746-426F2E3CC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675" y="2557462"/>
            <a:ext cx="8248650" cy="17430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6ABE51-C66F-4863-B3A3-99F048B9C1B9}"/>
              </a:ext>
            </a:extLst>
          </p:cNvPr>
          <p:cNvSpPr/>
          <p:nvPr/>
        </p:nvSpPr>
        <p:spPr>
          <a:xfrm>
            <a:off x="439449" y="4969726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sequence detector given above, it detects a sequence 1001 at the input. When input is 1001 in a sequence the output is 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16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19600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 Detector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9203B0-15EE-4960-8F01-5CCC8AABAD2E}"/>
              </a:ext>
            </a:extLst>
          </p:cNvPr>
          <p:cNvSpPr/>
          <p:nvPr/>
        </p:nvSpPr>
        <p:spPr>
          <a:xfrm>
            <a:off x="6858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sequence detector can be designed as a </a:t>
            </a:r>
            <a:r>
              <a:rPr kumimoji="0" lang="en-IN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STATE MACHINE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6ABE51-C66F-4863-B3A3-99F048B9C1B9}"/>
              </a:ext>
            </a:extLst>
          </p:cNvPr>
          <p:cNvSpPr/>
          <p:nvPr/>
        </p:nvSpPr>
        <p:spPr>
          <a:xfrm>
            <a:off x="666423" y="1941612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state machine should “remember” inputs from previous clock cycles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1F4562-2E53-4CAD-AC12-BE1A8F84FB48}"/>
              </a:ext>
            </a:extLst>
          </p:cNvPr>
          <p:cNvSpPr/>
          <p:nvPr/>
        </p:nvSpPr>
        <p:spPr>
          <a:xfrm>
            <a:off x="685800" y="2680751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example, if the previous three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inputs were 100 and the current input is 1, then the output should be 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7589D0-41B9-4DB7-8B01-AD8DEE6B5AC2}"/>
              </a:ext>
            </a:extLst>
          </p:cNvPr>
          <p:cNvSpPr/>
          <p:nvPr/>
        </p:nvSpPr>
        <p:spPr>
          <a:xfrm>
            <a:off x="685800" y="3726325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state machine should remember occurrences of parts of the desired pattern – in our example it is 1, 10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100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7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19600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 Detector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9203B0-15EE-4960-8F01-5CCC8AABAD2E}"/>
              </a:ext>
            </a:extLst>
          </p:cNvPr>
          <p:cNvSpPr/>
          <p:nvPr/>
        </p:nvSpPr>
        <p:spPr>
          <a:xfrm>
            <a:off x="6858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Let us start with an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initial state or starting state A.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D27C7D8-23F7-4ABE-875C-4D29B64A9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625" y="3833958"/>
            <a:ext cx="790575" cy="7905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411763-FE7A-4773-B39C-A07F7F065933}"/>
              </a:ext>
            </a:extLst>
          </p:cNvPr>
          <p:cNvSpPr/>
          <p:nvPr/>
        </p:nvSpPr>
        <p:spPr>
          <a:xfrm>
            <a:off x="704384" y="1618446"/>
            <a:ext cx="6839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 is in A and sees a “1”, it progresses towards B. Output is “0”</a:t>
            </a:r>
            <a:endParaRPr lang="en-IN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FF81CAB-B3D1-42BF-A6A4-5229227660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0200" y="3833958"/>
            <a:ext cx="2019300" cy="7905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CFCCFC1-FEF5-459E-858F-183DB98B30E0}"/>
              </a:ext>
            </a:extLst>
          </p:cNvPr>
          <p:cNvSpPr/>
          <p:nvPr/>
        </p:nvSpPr>
        <p:spPr>
          <a:xfrm>
            <a:off x="672790" y="2118834"/>
            <a:ext cx="68394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the machine is in state B and sees a “0”, it progresses towards C. Output is “0”</a:t>
            </a:r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FA268CE-6192-4E3D-BC55-2165E2E1C6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9500" y="3841392"/>
            <a:ext cx="2019300" cy="7905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9E3FF3F-136B-4040-A1FD-BE61C7D6659E}"/>
              </a:ext>
            </a:extLst>
          </p:cNvPr>
          <p:cNvSpPr/>
          <p:nvPr/>
        </p:nvSpPr>
        <p:spPr>
          <a:xfrm>
            <a:off x="704384" y="2972301"/>
            <a:ext cx="68394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the machine is in State C and sees a “0”, it progresses towards D. Output is “0”</a:t>
            </a:r>
            <a:endParaRPr lang="en-IN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6319E12-3A59-46F7-8873-6D01E7090E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38800" y="3833957"/>
            <a:ext cx="2019300" cy="790575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62A95A4-28DF-409F-89DA-D9EE2D9D3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53944"/>
              </p:ext>
            </p:extLst>
          </p:nvPr>
        </p:nvGraphicFramePr>
        <p:xfrm>
          <a:off x="833786" y="4663562"/>
          <a:ext cx="73914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014">
                  <a:extLst>
                    <a:ext uri="{9D8B030D-6E8A-4147-A177-3AD203B41FA5}">
                      <a16:colId xmlns:a16="http://schemas.microsoft.com/office/drawing/2014/main" val="3552719454"/>
                    </a:ext>
                  </a:extLst>
                </a:gridCol>
                <a:gridCol w="5910386">
                  <a:extLst>
                    <a:ext uri="{9D8B030D-6E8A-4147-A177-3AD203B41FA5}">
                      <a16:colId xmlns:a16="http://schemas.microsoft.com/office/drawing/2014/main" val="1340373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126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None of the desired pattern (1001) has been input 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9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 have seen the first bit (1) of the desired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69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We have seen the first two bits (10) of the desired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19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We have seen the first three bits (100) of the desired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361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39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13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19600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 Detector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9203B0-15EE-4960-8F01-5CCC8AABAD2E}"/>
              </a:ext>
            </a:extLst>
          </p:cNvPr>
          <p:cNvSpPr/>
          <p:nvPr/>
        </p:nvSpPr>
        <p:spPr>
          <a:xfrm>
            <a:off x="685800" y="12192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 happens now when we are state D (the last three inputs were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100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and the current input is 1?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D27C7D8-23F7-4ABE-875C-4D29B64A9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191000"/>
            <a:ext cx="790575" cy="79057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FF81CAB-B3D1-42BF-A6A4-5229227660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28775" y="4191000"/>
            <a:ext cx="2019300" cy="79057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FA268CE-6192-4E3D-BC55-2165E2E1C6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8075" y="4198434"/>
            <a:ext cx="2019300" cy="79057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6319E12-3A59-46F7-8873-6D01E7090E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67375" y="4190999"/>
            <a:ext cx="2019300" cy="7905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BE575F9-18D2-46D2-9DEF-05F03120F954}"/>
              </a:ext>
            </a:extLst>
          </p:cNvPr>
          <p:cNvSpPr/>
          <p:nvPr/>
        </p:nvSpPr>
        <p:spPr>
          <a:xfrm>
            <a:off x="923693" y="1987215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The output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should be “1”, because we have found our desired pattern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426985-DA86-41E0-A841-454AE85DB599}"/>
              </a:ext>
            </a:extLst>
          </p:cNvPr>
          <p:cNvSpPr/>
          <p:nvPr/>
        </p:nvSpPr>
        <p:spPr>
          <a:xfrm>
            <a:off x="923693" y="2482334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The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input “1” could also be start of another occurrence of the desired pattern!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example, 100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 contains two occurrences of 1001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CBC4F7-C2D3-429B-A445-8E147DF11611}"/>
              </a:ext>
            </a:extLst>
          </p:cNvPr>
          <p:cNvSpPr/>
          <p:nvPr/>
        </p:nvSpPr>
        <p:spPr>
          <a:xfrm>
            <a:off x="957147" y="322522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To detect overlapping occurrences of the desired pattern, the next state should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be B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33E546-7ED3-4E67-9A8A-8D4F1116FA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76600" y="4931394"/>
            <a:ext cx="40481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6" grpId="0"/>
      <p:bldP spid="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19600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 Detector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9203B0-15EE-4960-8F01-5CCC8AABAD2E}"/>
              </a:ext>
            </a:extLst>
          </p:cNvPr>
          <p:cNvSpPr/>
          <p:nvPr/>
        </p:nvSpPr>
        <p:spPr>
          <a:xfrm>
            <a:off x="685800" y="12192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Each state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should have two outgoing nodes to account for the possibilities of input X=0 and X=1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D27C7D8-23F7-4ABE-875C-4D29B64A9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126953"/>
            <a:ext cx="790575" cy="79057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FF81CAB-B3D1-42BF-A6A4-5229227660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57375" y="3126953"/>
            <a:ext cx="2019300" cy="79057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FA268CE-6192-4E3D-BC55-2165E2E1C6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6675" y="3134387"/>
            <a:ext cx="2019300" cy="79057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6319E12-3A59-46F7-8873-6D01E7090E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95975" y="3126952"/>
            <a:ext cx="2019300" cy="79057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333E546-7ED3-4E67-9A8A-8D4F1116FA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05200" y="3867347"/>
            <a:ext cx="4048125" cy="495300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6BE4CBA-3856-4712-9773-B1BB0EF3C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479401"/>
              </p:ext>
            </p:extLst>
          </p:nvPr>
        </p:nvGraphicFramePr>
        <p:xfrm>
          <a:off x="833786" y="4663562"/>
          <a:ext cx="73914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014">
                  <a:extLst>
                    <a:ext uri="{9D8B030D-6E8A-4147-A177-3AD203B41FA5}">
                      <a16:colId xmlns:a16="http://schemas.microsoft.com/office/drawing/2014/main" val="3552719454"/>
                    </a:ext>
                  </a:extLst>
                </a:gridCol>
                <a:gridCol w="5910386">
                  <a:extLst>
                    <a:ext uri="{9D8B030D-6E8A-4147-A177-3AD203B41FA5}">
                      <a16:colId xmlns:a16="http://schemas.microsoft.com/office/drawing/2014/main" val="1340373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126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None of the desired pattern (1001) has been input yet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9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 have seen the first bit (1) of the desired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69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We have seen the first two bits (10) of the desired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19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We have seen the first three bits (100) of the desired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361561"/>
                  </a:ext>
                </a:extLst>
              </a:tr>
            </a:tbl>
          </a:graphicData>
        </a:graphic>
      </p:graphicFrame>
      <p:pic>
        <p:nvPicPr>
          <p:cNvPr id="9" name="Graphic 8">
            <a:extLst>
              <a:ext uri="{FF2B5EF4-FFF2-40B4-BE49-F238E27FC236}">
                <a16:creationId xmlns:a16="http://schemas.microsoft.com/office/drawing/2014/main" id="{F355B40D-FC29-407E-AA6D-DE9BC21EFB5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47775" y="3658509"/>
            <a:ext cx="600075" cy="8763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1528F6-A3D2-46B6-AE86-F27D84AD59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90862" y="2600057"/>
            <a:ext cx="600075" cy="885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C08C0C8-271F-47C7-A253-C0503BFA0BE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25690" y="2707139"/>
            <a:ext cx="1800225" cy="4953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7FE1C11-13C7-43BB-8155-8E9A2BD21DA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9332" y="1606670"/>
            <a:ext cx="597217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0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19600" y="139435"/>
            <a:ext cx="665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 Detector</a:t>
            </a:r>
          </a:p>
        </p:txBody>
      </p:sp>
      <p:pic>
        <p:nvPicPr>
          <p:cNvPr id="10" name="Picture 10" descr="KLH_Final Logo.jpg">
            <a:extLst>
              <a:ext uri="{FF2B5EF4-FFF2-40B4-BE49-F238E27FC236}">
                <a16:creationId xmlns:a16="http://schemas.microsoft.com/office/drawing/2014/main" id="{96A313DF-3A1C-400C-96DC-8C682AF64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4"/>
            <a:ext cx="2891091" cy="8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9203B0-15EE-4960-8F01-5CCC8AABAD2E}"/>
              </a:ext>
            </a:extLst>
          </p:cNvPr>
          <p:cNvSpPr/>
          <p:nvPr/>
        </p:nvSpPr>
        <p:spPr>
          <a:xfrm>
            <a:off x="685800" y="1219200"/>
            <a:ext cx="8229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Once you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obtain the state diagram, assign binary values to the states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baseline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-&gt; 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baseline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-&gt; 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 -&gt;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baseline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 -&gt; 11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3089200-0EF6-4769-A3A8-AC8A8E1A0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6812" y="2973526"/>
            <a:ext cx="6810375" cy="28289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4E764FF-1228-44F1-862D-7534F8539315}"/>
              </a:ext>
            </a:extLst>
          </p:cNvPr>
          <p:cNvSpPr/>
          <p:nvPr/>
        </p:nvSpPr>
        <p:spPr>
          <a:xfrm>
            <a:off x="457199" y="58674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Now convert the above state diagram to state table and obtain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logic diagram with D </a:t>
            </a:r>
            <a:r>
              <a:rPr kumimoji="0" lang="en-IN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flip flops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0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19460</TotalTime>
  <Words>1630</Words>
  <Application>Microsoft Office PowerPoint</Application>
  <PresentationFormat>On-screen Show (4:3)</PresentationFormat>
  <Paragraphs>215</Paragraphs>
  <Slides>43</Slides>
  <Notes>43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Goutham Makkena</cp:lastModifiedBy>
  <cp:revision>480</cp:revision>
  <dcterms:created xsi:type="dcterms:W3CDTF">2012-04-15T08:18:45Z</dcterms:created>
  <dcterms:modified xsi:type="dcterms:W3CDTF">2025-02-25T05:55:37Z</dcterms:modified>
</cp:coreProperties>
</file>